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09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8A976A-043B-4748-8BE8-E5157226E1FA}" type="datetimeFigureOut">
              <a:rPr lang="en-AU" smtClean="0"/>
              <a:t>25/07/2015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7B6AFC-094D-4F36-8AB6-AE1138E85815}" type="slidenum">
              <a:rPr lang="en-AU" smtClean="0"/>
              <a:t>‹#›</a:t>
            </a:fld>
            <a:endParaRPr lang="en-AU"/>
          </a:p>
        </p:txBody>
      </p:sp>
    </p:spTree>
    <p:extLst>
      <p:ext uri="{BB962C8B-B14F-4D97-AF65-F5344CB8AC3E}">
        <p14:creationId xmlns:p14="http://schemas.microsoft.com/office/powerpoint/2010/main" val="275775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C17B6AFC-094D-4F36-8AB6-AE1138E85815}" type="slidenum">
              <a:rPr lang="en-AU" smtClean="0"/>
              <a:t>5</a:t>
            </a:fld>
            <a:endParaRPr lang="en-AU"/>
          </a:p>
        </p:txBody>
      </p:sp>
    </p:spTree>
    <p:extLst>
      <p:ext uri="{BB962C8B-B14F-4D97-AF65-F5344CB8AC3E}">
        <p14:creationId xmlns:p14="http://schemas.microsoft.com/office/powerpoint/2010/main" val="81228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00B8280-C0CC-4B27-A0C1-063B747D0EC5}" type="datetimeFigureOut">
              <a:rPr lang="en-AU" smtClean="0"/>
              <a:t>24/07/2015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24641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00B8280-C0CC-4B27-A0C1-063B747D0EC5}" type="datetimeFigureOut">
              <a:rPr lang="en-AU" smtClean="0"/>
              <a:t>24/07/2015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4259679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0B8280-C0CC-4B27-A0C1-063B747D0EC5}" type="datetimeFigureOut">
              <a:rPr lang="en-AU" smtClean="0"/>
              <a:t>24/07/2015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858737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00B8280-C0CC-4B27-A0C1-063B747D0EC5}" type="datetimeFigureOut">
              <a:rPr lang="en-AU" smtClean="0"/>
              <a:t>24/07/2015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1327257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00B8280-C0CC-4B27-A0C1-063B747D0EC5}" type="datetimeFigureOut">
              <a:rPr lang="en-AU" smtClean="0"/>
              <a:t>24/07/2015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264202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00B8280-C0CC-4B27-A0C1-063B747D0EC5}" type="datetimeFigureOut">
              <a:rPr lang="en-AU" smtClean="0"/>
              <a:t>24/07/2015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1967653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8280-C0CC-4B27-A0C1-063B747D0EC5}" type="datetimeFigureOut">
              <a:rPr lang="en-AU" smtClean="0"/>
              <a:t>24/07/2015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545721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0B8280-C0CC-4B27-A0C1-063B747D0EC5}" type="datetimeFigureOut">
              <a:rPr lang="en-AU" smtClean="0"/>
              <a:t>24/07/2015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3205095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0B8280-C0CC-4B27-A0C1-063B747D0EC5}" type="datetimeFigureOut">
              <a:rPr lang="en-AU" smtClean="0"/>
              <a:t>24/07/2015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278863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00B8280-C0CC-4B27-A0C1-063B747D0EC5}" type="datetimeFigureOut">
              <a:rPr lang="en-AU" smtClean="0"/>
              <a:t>24/07/2015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741793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00B8280-C0CC-4B27-A0C1-063B747D0EC5}" type="datetimeFigureOut">
              <a:rPr lang="en-AU" smtClean="0"/>
              <a:t>24/07/2015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5F7F93D-C6F2-4093-A7A6-6383A88762A9}" type="slidenum">
              <a:rPr lang="en-AU" smtClean="0"/>
              <a:t>‹#›</a:t>
            </a:fld>
            <a:endParaRPr lang="en-AU"/>
          </a:p>
        </p:txBody>
      </p:sp>
    </p:spTree>
    <p:extLst>
      <p:ext uri="{BB962C8B-B14F-4D97-AF65-F5344CB8AC3E}">
        <p14:creationId xmlns:p14="http://schemas.microsoft.com/office/powerpoint/2010/main" val="2358854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0B8280-C0CC-4B27-A0C1-063B747D0EC5}" type="datetimeFigureOut">
              <a:rPr lang="en-AU" smtClean="0"/>
              <a:t>24/07/2015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F7F93D-C6F2-4093-A7A6-6383A88762A9}" type="slidenum">
              <a:rPr lang="en-AU" smtClean="0"/>
              <a:t>‹#›</a:t>
            </a:fld>
            <a:endParaRPr lang="en-AU"/>
          </a:p>
        </p:txBody>
      </p:sp>
    </p:spTree>
    <p:extLst>
      <p:ext uri="{BB962C8B-B14F-4D97-AF65-F5344CB8AC3E}">
        <p14:creationId xmlns:p14="http://schemas.microsoft.com/office/powerpoint/2010/main" val="1436892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924944"/>
            <a:ext cx="7772400" cy="1470025"/>
          </a:xfrm>
        </p:spPr>
        <p:txBody>
          <a:bodyPr>
            <a:noAutofit/>
          </a:bodyPr>
          <a:lstStyle/>
          <a:p>
            <a:r>
              <a:rPr lang="en-AU" sz="3600" dirty="0" smtClean="0"/>
              <a:t>SISTEM INFERENSI FUZZY</a:t>
            </a:r>
            <a:br>
              <a:rPr lang="en-AU" sz="3600" dirty="0" smtClean="0"/>
            </a:br>
            <a:r>
              <a:rPr lang="en-AU" sz="3600" dirty="0" smtClean="0"/>
              <a:t>PRAKTIKUM</a:t>
            </a:r>
            <a:endParaRPr lang="en-AU" sz="3600" dirty="0"/>
          </a:p>
        </p:txBody>
      </p:sp>
    </p:spTree>
    <p:extLst>
      <p:ext uri="{BB962C8B-B14F-4D97-AF65-F5344CB8AC3E}">
        <p14:creationId xmlns:p14="http://schemas.microsoft.com/office/powerpoint/2010/main" val="17257381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err="1" smtClean="0"/>
              <a:t>Studi</a:t>
            </a:r>
            <a:r>
              <a:rPr lang="en-AU" dirty="0" smtClean="0"/>
              <a:t> </a:t>
            </a:r>
            <a:r>
              <a:rPr lang="en-AU" dirty="0" err="1" smtClean="0"/>
              <a:t>Metode</a:t>
            </a:r>
            <a:r>
              <a:rPr lang="en-AU" dirty="0" smtClean="0"/>
              <a:t> </a:t>
            </a:r>
            <a:r>
              <a:rPr lang="en-AU" dirty="0" err="1" smtClean="0"/>
              <a:t>Mamdani</a:t>
            </a:r>
            <a:endParaRPr lang="en-AU" dirty="0"/>
          </a:p>
        </p:txBody>
      </p:sp>
      <p:sp>
        <p:nvSpPr>
          <p:cNvPr id="3" name="Content Placeholder 2"/>
          <p:cNvSpPr>
            <a:spLocks noGrp="1"/>
          </p:cNvSpPr>
          <p:nvPr>
            <p:ph idx="1"/>
          </p:nvPr>
        </p:nvSpPr>
        <p:spPr/>
        <p:txBody>
          <a:bodyPr>
            <a:normAutofit fontScale="70000" lnSpcReduction="20000"/>
          </a:bodyPr>
          <a:lstStyle/>
          <a:p>
            <a:pPr>
              <a:buFont typeface="Courier New" pitchFamily="49" charset="0"/>
              <a:buChar char="o"/>
            </a:pPr>
            <a:r>
              <a:rPr lang="en-AU" dirty="0" err="1" smtClean="0"/>
              <a:t>Suatu</a:t>
            </a:r>
            <a:r>
              <a:rPr lang="en-AU" dirty="0" smtClean="0"/>
              <a:t> </a:t>
            </a:r>
            <a:r>
              <a:rPr lang="en-AU" dirty="0" err="1" smtClean="0"/>
              <a:t>perusahaan</a:t>
            </a:r>
            <a:r>
              <a:rPr lang="en-AU" dirty="0" smtClean="0"/>
              <a:t> </a:t>
            </a:r>
            <a:r>
              <a:rPr lang="en-AU" dirty="0" err="1" smtClean="0"/>
              <a:t>akan</a:t>
            </a:r>
            <a:r>
              <a:rPr lang="en-AU" dirty="0" smtClean="0"/>
              <a:t> </a:t>
            </a:r>
            <a:r>
              <a:rPr lang="en-AU" dirty="0" err="1" smtClean="0"/>
              <a:t>memproduksi</a:t>
            </a:r>
            <a:r>
              <a:rPr lang="en-AU" dirty="0" smtClean="0"/>
              <a:t> </a:t>
            </a:r>
            <a:r>
              <a:rPr lang="en-AU" dirty="0" err="1" smtClean="0"/>
              <a:t>suatu</a:t>
            </a:r>
            <a:r>
              <a:rPr lang="en-AU" dirty="0" smtClean="0"/>
              <a:t> </a:t>
            </a:r>
            <a:r>
              <a:rPr lang="en-AU" dirty="0" err="1" smtClean="0"/>
              <a:t>barang</a:t>
            </a:r>
            <a:r>
              <a:rPr lang="en-AU" dirty="0" smtClean="0"/>
              <a:t>. </a:t>
            </a:r>
            <a:r>
              <a:rPr lang="en-AU" dirty="0" err="1" smtClean="0"/>
              <a:t>Pada</a:t>
            </a:r>
            <a:r>
              <a:rPr lang="en-AU" dirty="0" smtClean="0"/>
              <a:t> 3 </a:t>
            </a:r>
            <a:r>
              <a:rPr lang="en-AU" dirty="0" err="1" smtClean="0"/>
              <a:t>bulan</a:t>
            </a:r>
            <a:r>
              <a:rPr lang="en-AU" dirty="0" smtClean="0"/>
              <a:t> </a:t>
            </a:r>
            <a:r>
              <a:rPr lang="en-AU" dirty="0" err="1" smtClean="0"/>
              <a:t>terakhir</a:t>
            </a:r>
            <a:r>
              <a:rPr lang="en-AU" dirty="0" smtClean="0"/>
              <a:t> </a:t>
            </a:r>
            <a:r>
              <a:rPr lang="en-AU" dirty="0" err="1" smtClean="0"/>
              <a:t>biaya</a:t>
            </a:r>
            <a:r>
              <a:rPr lang="en-AU" dirty="0" smtClean="0"/>
              <a:t> </a:t>
            </a:r>
            <a:r>
              <a:rPr lang="en-AU" dirty="0" err="1" smtClean="0"/>
              <a:t>produksi</a:t>
            </a:r>
            <a:r>
              <a:rPr lang="en-AU" dirty="0" smtClean="0"/>
              <a:t> </a:t>
            </a:r>
            <a:r>
              <a:rPr lang="en-AU" dirty="0" err="1" smtClean="0"/>
              <a:t>untuk</a:t>
            </a:r>
            <a:r>
              <a:rPr lang="en-AU" dirty="0" smtClean="0"/>
              <a:t> </a:t>
            </a:r>
            <a:r>
              <a:rPr lang="en-AU" dirty="0" err="1" smtClean="0"/>
              <a:t>barang</a:t>
            </a:r>
            <a:r>
              <a:rPr lang="en-AU" dirty="0" smtClean="0"/>
              <a:t> </a:t>
            </a:r>
            <a:r>
              <a:rPr lang="en-AU" dirty="0" err="1" smtClean="0"/>
              <a:t>tersebut</a:t>
            </a:r>
            <a:r>
              <a:rPr lang="en-AU" dirty="0" smtClean="0"/>
              <a:t> rata-rata </a:t>
            </a:r>
            <a:r>
              <a:rPr lang="en-AU" dirty="0" err="1" smtClean="0"/>
              <a:t>Rp</a:t>
            </a:r>
            <a:r>
              <a:rPr lang="en-AU" dirty="0" smtClean="0"/>
              <a:t>. 500,- per unit </a:t>
            </a:r>
            <a:r>
              <a:rPr lang="en-AU" dirty="0" err="1" smtClean="0"/>
              <a:t>dan</a:t>
            </a:r>
            <a:r>
              <a:rPr lang="en-AU" dirty="0" smtClean="0"/>
              <a:t> </a:t>
            </a:r>
            <a:r>
              <a:rPr lang="en-AU" dirty="0" err="1" smtClean="0"/>
              <a:t>maksimum</a:t>
            </a:r>
            <a:r>
              <a:rPr lang="en-AU" dirty="0" smtClean="0"/>
              <a:t> </a:t>
            </a:r>
            <a:r>
              <a:rPr lang="en-AU" dirty="0" err="1" smtClean="0"/>
              <a:t>mencapai</a:t>
            </a:r>
            <a:r>
              <a:rPr lang="en-AU" dirty="0" smtClean="0"/>
              <a:t> </a:t>
            </a:r>
            <a:r>
              <a:rPr lang="en-AU" dirty="0" err="1" smtClean="0"/>
              <a:t>Rp</a:t>
            </a:r>
            <a:r>
              <a:rPr lang="en-AU" dirty="0" smtClean="0"/>
              <a:t>. 1.000,- per unit. </a:t>
            </a:r>
            <a:r>
              <a:rPr lang="en-AU" dirty="0" err="1" smtClean="0"/>
              <a:t>Banyak</a:t>
            </a:r>
            <a:r>
              <a:rPr lang="en-AU" dirty="0" smtClean="0"/>
              <a:t> </a:t>
            </a:r>
            <a:r>
              <a:rPr lang="en-AU" dirty="0" err="1" smtClean="0"/>
              <a:t>permintaan</a:t>
            </a:r>
            <a:r>
              <a:rPr lang="en-AU" dirty="0" smtClean="0"/>
              <a:t> </a:t>
            </a:r>
            <a:r>
              <a:rPr lang="en-AU" dirty="0" err="1" smtClean="0"/>
              <a:t>perhari</a:t>
            </a:r>
            <a:r>
              <a:rPr lang="en-AU" dirty="0" smtClean="0"/>
              <a:t> rata-rata 30.000 unit </a:t>
            </a:r>
            <a:r>
              <a:rPr lang="en-AU" dirty="0" err="1" smtClean="0"/>
              <a:t>dan</a:t>
            </a:r>
            <a:r>
              <a:rPr lang="en-AU" dirty="0" smtClean="0"/>
              <a:t> </a:t>
            </a:r>
            <a:r>
              <a:rPr lang="en-AU" dirty="0" err="1" smtClean="0"/>
              <a:t>maksimum</a:t>
            </a:r>
            <a:r>
              <a:rPr lang="en-AU" dirty="0" smtClean="0"/>
              <a:t> </a:t>
            </a:r>
            <a:r>
              <a:rPr lang="en-AU" dirty="0" err="1" smtClean="0"/>
              <a:t>mencapai</a:t>
            </a:r>
            <a:r>
              <a:rPr lang="en-AU" dirty="0" smtClean="0"/>
              <a:t> 60.000 unit.  </a:t>
            </a:r>
            <a:r>
              <a:rPr lang="en-AU" dirty="0" err="1" smtClean="0"/>
              <a:t>Sampai</a:t>
            </a:r>
            <a:r>
              <a:rPr lang="en-AU" dirty="0" smtClean="0"/>
              <a:t> </a:t>
            </a:r>
            <a:r>
              <a:rPr lang="en-AU" dirty="0" err="1" smtClean="0"/>
              <a:t>saat</a:t>
            </a:r>
            <a:r>
              <a:rPr lang="en-AU" dirty="0" smtClean="0"/>
              <a:t> </a:t>
            </a:r>
            <a:r>
              <a:rPr lang="en-AU" dirty="0" err="1" smtClean="0"/>
              <a:t>ini</a:t>
            </a:r>
            <a:r>
              <a:rPr lang="en-AU" dirty="0" smtClean="0"/>
              <a:t> </a:t>
            </a:r>
            <a:r>
              <a:rPr lang="en-AU" dirty="0" err="1" smtClean="0"/>
              <a:t>perusahaan</a:t>
            </a:r>
            <a:r>
              <a:rPr lang="en-AU" dirty="0" smtClean="0"/>
              <a:t> </a:t>
            </a:r>
            <a:r>
              <a:rPr lang="en-AU" dirty="0" err="1" smtClean="0"/>
              <a:t>mampu</a:t>
            </a:r>
            <a:r>
              <a:rPr lang="en-AU" dirty="0" smtClean="0"/>
              <a:t> </a:t>
            </a:r>
            <a:r>
              <a:rPr lang="en-AU" dirty="0" err="1" smtClean="0"/>
              <a:t>memproduksi</a:t>
            </a:r>
            <a:r>
              <a:rPr lang="en-AU" dirty="0" smtClean="0"/>
              <a:t> </a:t>
            </a:r>
            <a:r>
              <a:rPr lang="en-AU" dirty="0" err="1" smtClean="0"/>
              <a:t>barang</a:t>
            </a:r>
            <a:r>
              <a:rPr lang="en-AU" dirty="0" smtClean="0"/>
              <a:t> </a:t>
            </a:r>
            <a:r>
              <a:rPr lang="en-AU" dirty="0" err="1" smtClean="0"/>
              <a:t>sebanyak</a:t>
            </a:r>
            <a:r>
              <a:rPr lang="en-AU" dirty="0" smtClean="0"/>
              <a:t> 100.000 unit </a:t>
            </a:r>
            <a:r>
              <a:rPr lang="en-AU" dirty="0" err="1" smtClean="0"/>
              <a:t>perhari</a:t>
            </a:r>
            <a:r>
              <a:rPr lang="en-AU" dirty="0" smtClean="0"/>
              <a:t>.</a:t>
            </a:r>
          </a:p>
          <a:p>
            <a:pPr>
              <a:buFont typeface="Courier New" pitchFamily="49" charset="0"/>
              <a:buChar char="o"/>
            </a:pPr>
            <a:r>
              <a:rPr lang="en-AU" dirty="0" smtClean="0"/>
              <a:t>Proses </a:t>
            </a:r>
            <a:r>
              <a:rPr lang="en-AU" dirty="0" err="1" smtClean="0"/>
              <a:t>produksi</a:t>
            </a:r>
            <a:r>
              <a:rPr lang="en-AU" dirty="0" smtClean="0"/>
              <a:t> </a:t>
            </a:r>
            <a:r>
              <a:rPr lang="en-AU" dirty="0" err="1" smtClean="0"/>
              <a:t>menggunakan</a:t>
            </a:r>
            <a:r>
              <a:rPr lang="en-AU" dirty="0" smtClean="0"/>
              <a:t> 3 </a:t>
            </a:r>
            <a:r>
              <a:rPr lang="en-AU" dirty="0" err="1" smtClean="0"/>
              <a:t>aturan</a:t>
            </a:r>
            <a:r>
              <a:rPr lang="en-AU" dirty="0" smtClean="0"/>
              <a:t> fuzzy </a:t>
            </a:r>
            <a:r>
              <a:rPr lang="en-AU" dirty="0" err="1" smtClean="0"/>
              <a:t>sbb</a:t>
            </a:r>
            <a:r>
              <a:rPr lang="en-AU" dirty="0" smtClean="0"/>
              <a:t>:</a:t>
            </a:r>
          </a:p>
          <a:p>
            <a:pPr lvl="1">
              <a:buFont typeface="Wingdings" pitchFamily="2" charset="2"/>
              <a:buChar char="ü"/>
            </a:pPr>
            <a:r>
              <a:rPr lang="en-AU" dirty="0" err="1" smtClean="0"/>
              <a:t>jika</a:t>
            </a:r>
            <a:r>
              <a:rPr lang="en-AU" dirty="0" smtClean="0"/>
              <a:t> </a:t>
            </a:r>
            <a:r>
              <a:rPr lang="en-AU" dirty="0" err="1" smtClean="0"/>
              <a:t>biaya</a:t>
            </a:r>
            <a:r>
              <a:rPr lang="en-AU" dirty="0" smtClean="0"/>
              <a:t> </a:t>
            </a:r>
            <a:r>
              <a:rPr lang="en-AU" dirty="0" err="1" smtClean="0"/>
              <a:t>produksi</a:t>
            </a:r>
            <a:r>
              <a:rPr lang="en-AU" dirty="0" smtClean="0"/>
              <a:t> </a:t>
            </a:r>
            <a:r>
              <a:rPr lang="en-AU" dirty="0" err="1" smtClean="0"/>
              <a:t>rendah</a:t>
            </a:r>
            <a:r>
              <a:rPr lang="en-AU" dirty="0" smtClean="0"/>
              <a:t> </a:t>
            </a:r>
            <a:r>
              <a:rPr lang="en-AU" dirty="0" err="1" smtClean="0"/>
              <a:t>dan</a:t>
            </a:r>
            <a:r>
              <a:rPr lang="en-AU" dirty="0" smtClean="0"/>
              <a:t> </a:t>
            </a:r>
            <a:r>
              <a:rPr lang="en-AU" dirty="0" err="1" smtClean="0"/>
              <a:t>permintaan</a:t>
            </a:r>
            <a:r>
              <a:rPr lang="en-AU" dirty="0" smtClean="0"/>
              <a:t> </a:t>
            </a:r>
            <a:r>
              <a:rPr lang="en-AU" dirty="0" err="1" smtClean="0"/>
              <a:t>naik</a:t>
            </a:r>
            <a:r>
              <a:rPr lang="en-AU" dirty="0" smtClean="0"/>
              <a:t> </a:t>
            </a:r>
            <a:r>
              <a:rPr lang="en-AU" dirty="0" err="1" smtClean="0"/>
              <a:t>maka</a:t>
            </a:r>
            <a:r>
              <a:rPr lang="en-AU" dirty="0" smtClean="0"/>
              <a:t> </a:t>
            </a:r>
            <a:r>
              <a:rPr lang="en-AU" dirty="0" err="1" smtClean="0"/>
              <a:t>produksi</a:t>
            </a:r>
            <a:r>
              <a:rPr lang="en-AU" dirty="0" smtClean="0"/>
              <a:t> </a:t>
            </a:r>
            <a:r>
              <a:rPr lang="en-AU" dirty="0" err="1" smtClean="0"/>
              <a:t>barang</a:t>
            </a:r>
            <a:r>
              <a:rPr lang="en-AU" dirty="0" smtClean="0"/>
              <a:t> </a:t>
            </a:r>
            <a:r>
              <a:rPr lang="en-AU" dirty="0" err="1" smtClean="0"/>
              <a:t>bertambah</a:t>
            </a:r>
            <a:r>
              <a:rPr lang="en-AU" dirty="0" smtClean="0"/>
              <a:t>,</a:t>
            </a:r>
          </a:p>
          <a:p>
            <a:pPr lvl="1">
              <a:buFont typeface="Wingdings" pitchFamily="2" charset="2"/>
              <a:buChar char="ü"/>
            </a:pPr>
            <a:r>
              <a:rPr lang="en-AU" dirty="0" err="1" smtClean="0"/>
              <a:t>jika</a:t>
            </a:r>
            <a:r>
              <a:rPr lang="en-AU" dirty="0" smtClean="0"/>
              <a:t> </a:t>
            </a:r>
            <a:r>
              <a:rPr lang="en-AU" dirty="0" err="1" smtClean="0"/>
              <a:t>biaya</a:t>
            </a:r>
            <a:r>
              <a:rPr lang="en-AU" dirty="0" smtClean="0"/>
              <a:t> </a:t>
            </a:r>
            <a:r>
              <a:rPr lang="en-AU" dirty="0" err="1" smtClean="0"/>
              <a:t>produksi</a:t>
            </a:r>
            <a:r>
              <a:rPr lang="en-AU" dirty="0" smtClean="0"/>
              <a:t> </a:t>
            </a:r>
            <a:r>
              <a:rPr lang="en-AU" dirty="0" err="1" smtClean="0"/>
              <a:t>standart</a:t>
            </a:r>
            <a:r>
              <a:rPr lang="en-AU" dirty="0" smtClean="0"/>
              <a:t> </a:t>
            </a:r>
            <a:r>
              <a:rPr lang="en-AU" dirty="0" err="1" smtClean="0"/>
              <a:t>maka</a:t>
            </a:r>
            <a:r>
              <a:rPr lang="en-AU" dirty="0" smtClean="0"/>
              <a:t> </a:t>
            </a:r>
            <a:r>
              <a:rPr lang="en-AU" dirty="0" err="1" smtClean="0"/>
              <a:t>produksi</a:t>
            </a:r>
            <a:r>
              <a:rPr lang="en-AU" dirty="0" smtClean="0"/>
              <a:t> </a:t>
            </a:r>
            <a:r>
              <a:rPr lang="en-AU" dirty="0" err="1" smtClean="0"/>
              <a:t>barang</a:t>
            </a:r>
            <a:r>
              <a:rPr lang="en-AU" dirty="0" smtClean="0"/>
              <a:t> normal, </a:t>
            </a:r>
            <a:r>
              <a:rPr lang="en-AU" dirty="0" err="1" smtClean="0"/>
              <a:t>atau</a:t>
            </a:r>
            <a:endParaRPr lang="en-AU" dirty="0" smtClean="0"/>
          </a:p>
          <a:p>
            <a:pPr lvl="1">
              <a:buFont typeface="Wingdings" pitchFamily="2" charset="2"/>
              <a:buChar char="ü"/>
            </a:pPr>
            <a:r>
              <a:rPr lang="en-AU" dirty="0" err="1" smtClean="0"/>
              <a:t>jika</a:t>
            </a:r>
            <a:r>
              <a:rPr lang="en-AU" dirty="0" smtClean="0"/>
              <a:t> </a:t>
            </a:r>
            <a:r>
              <a:rPr lang="en-AU" dirty="0" err="1" smtClean="0"/>
              <a:t>biaya</a:t>
            </a:r>
            <a:r>
              <a:rPr lang="en-AU" dirty="0" smtClean="0"/>
              <a:t> </a:t>
            </a:r>
            <a:r>
              <a:rPr lang="en-AU" dirty="0" err="1" smtClean="0"/>
              <a:t>produksi</a:t>
            </a:r>
            <a:r>
              <a:rPr lang="en-AU" dirty="0" smtClean="0"/>
              <a:t> </a:t>
            </a:r>
            <a:r>
              <a:rPr lang="en-AU" dirty="0" err="1" smtClean="0"/>
              <a:t>tinggi</a:t>
            </a:r>
            <a:r>
              <a:rPr lang="en-AU" dirty="0" smtClean="0"/>
              <a:t> </a:t>
            </a:r>
            <a:r>
              <a:rPr lang="en-AU" dirty="0" err="1" smtClean="0"/>
              <a:t>dan</a:t>
            </a:r>
            <a:r>
              <a:rPr lang="en-AU" dirty="0" smtClean="0"/>
              <a:t> </a:t>
            </a:r>
            <a:r>
              <a:rPr lang="en-AU" dirty="0" err="1" smtClean="0"/>
              <a:t>permintaan</a:t>
            </a:r>
            <a:r>
              <a:rPr lang="en-AU" dirty="0" smtClean="0"/>
              <a:t> </a:t>
            </a:r>
            <a:r>
              <a:rPr lang="en-AU" dirty="0" err="1" smtClean="0"/>
              <a:t>turun</a:t>
            </a:r>
            <a:r>
              <a:rPr lang="en-AU" dirty="0" smtClean="0"/>
              <a:t> </a:t>
            </a:r>
            <a:r>
              <a:rPr lang="en-AU" dirty="0" err="1" smtClean="0"/>
              <a:t>maka</a:t>
            </a:r>
            <a:r>
              <a:rPr lang="en-AU" dirty="0" smtClean="0"/>
              <a:t> </a:t>
            </a:r>
            <a:r>
              <a:rPr lang="en-AU" dirty="0" err="1" smtClean="0"/>
              <a:t>produksi</a:t>
            </a:r>
            <a:r>
              <a:rPr lang="en-AU" dirty="0" smtClean="0"/>
              <a:t> </a:t>
            </a:r>
            <a:r>
              <a:rPr lang="en-AU" dirty="0" err="1" smtClean="0"/>
              <a:t>barang</a:t>
            </a:r>
            <a:r>
              <a:rPr lang="en-AU" dirty="0" smtClean="0"/>
              <a:t> </a:t>
            </a:r>
            <a:r>
              <a:rPr lang="en-AU" dirty="0" err="1" smtClean="0"/>
              <a:t>berkurang</a:t>
            </a:r>
            <a:r>
              <a:rPr lang="en-AU" dirty="0" smtClean="0"/>
              <a:t>.</a:t>
            </a:r>
          </a:p>
          <a:p>
            <a:pPr>
              <a:buFont typeface="Courier New" pitchFamily="49" charset="0"/>
              <a:buChar char="o"/>
            </a:pPr>
            <a:r>
              <a:rPr lang="en-AU" dirty="0" err="1" smtClean="0"/>
              <a:t>Berapa</a:t>
            </a:r>
            <a:r>
              <a:rPr lang="en-AU" dirty="0" smtClean="0"/>
              <a:t> </a:t>
            </a:r>
            <a:r>
              <a:rPr lang="en-AU" dirty="0" err="1" smtClean="0"/>
              <a:t>jumlah</a:t>
            </a:r>
            <a:r>
              <a:rPr lang="en-AU" dirty="0" smtClean="0"/>
              <a:t> </a:t>
            </a:r>
            <a:r>
              <a:rPr lang="en-AU" dirty="0" err="1" smtClean="0"/>
              <a:t>barang</a:t>
            </a:r>
            <a:r>
              <a:rPr lang="en-AU" dirty="0" smtClean="0"/>
              <a:t> yang </a:t>
            </a:r>
            <a:r>
              <a:rPr lang="en-AU" dirty="0" err="1" smtClean="0"/>
              <a:t>harus</a:t>
            </a:r>
            <a:r>
              <a:rPr lang="en-AU" dirty="0" smtClean="0"/>
              <a:t> </a:t>
            </a:r>
            <a:r>
              <a:rPr lang="en-AU" dirty="0" err="1" smtClean="0"/>
              <a:t>diproduksi</a:t>
            </a:r>
            <a:r>
              <a:rPr lang="en-AU" dirty="0" smtClean="0"/>
              <a:t> </a:t>
            </a:r>
            <a:r>
              <a:rPr lang="en-AU" dirty="0" err="1" smtClean="0"/>
              <a:t>jika</a:t>
            </a:r>
            <a:r>
              <a:rPr lang="en-AU" dirty="0" smtClean="0"/>
              <a:t> </a:t>
            </a:r>
            <a:r>
              <a:rPr lang="en-AU" dirty="0" err="1" smtClean="0"/>
              <a:t>biaya</a:t>
            </a:r>
            <a:r>
              <a:rPr lang="en-AU" dirty="0" smtClean="0"/>
              <a:t> </a:t>
            </a:r>
            <a:r>
              <a:rPr lang="en-AU" dirty="0" err="1" smtClean="0"/>
              <a:t>produksinya</a:t>
            </a:r>
            <a:r>
              <a:rPr lang="en-AU" dirty="0" smtClean="0"/>
              <a:t> </a:t>
            </a:r>
            <a:r>
              <a:rPr lang="en-AU" dirty="0" err="1" smtClean="0"/>
              <a:t>Rp</a:t>
            </a:r>
            <a:r>
              <a:rPr lang="en-AU" dirty="0" smtClean="0"/>
              <a:t>. 800,- </a:t>
            </a:r>
            <a:r>
              <a:rPr lang="en-AU" dirty="0" err="1" smtClean="0"/>
              <a:t>perunit</a:t>
            </a:r>
            <a:r>
              <a:rPr lang="en-AU" dirty="0" smtClean="0"/>
              <a:t> </a:t>
            </a:r>
            <a:r>
              <a:rPr lang="en-AU" dirty="0" err="1" smtClean="0"/>
              <a:t>dan</a:t>
            </a:r>
            <a:r>
              <a:rPr lang="en-AU" dirty="0" smtClean="0"/>
              <a:t> </a:t>
            </a:r>
            <a:r>
              <a:rPr lang="en-AU" dirty="0" err="1" smtClean="0"/>
              <a:t>permintaannya</a:t>
            </a:r>
            <a:r>
              <a:rPr lang="en-AU" dirty="0" smtClean="0"/>
              <a:t> </a:t>
            </a:r>
            <a:r>
              <a:rPr lang="en-AU" dirty="0" err="1" smtClean="0"/>
              <a:t>mencapai</a:t>
            </a:r>
            <a:r>
              <a:rPr lang="en-AU" dirty="0" smtClean="0"/>
              <a:t> 25.000 unit </a:t>
            </a:r>
            <a:r>
              <a:rPr lang="en-AU" dirty="0" err="1" smtClean="0"/>
              <a:t>perhari</a:t>
            </a:r>
            <a:r>
              <a:rPr lang="en-AU" dirty="0" smtClean="0"/>
              <a:t>?</a:t>
            </a:r>
            <a:endParaRPr lang="en-AU" dirty="0"/>
          </a:p>
        </p:txBody>
      </p:sp>
    </p:spTree>
    <p:extLst>
      <p:ext uri="{BB962C8B-B14F-4D97-AF65-F5344CB8AC3E}">
        <p14:creationId xmlns:p14="http://schemas.microsoft.com/office/powerpoint/2010/main" val="12330376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SOLUSI MENGGUNAKAN MATLAB</a:t>
            </a:r>
            <a:endParaRPr lang="en-AU" dirty="0"/>
          </a:p>
        </p:txBody>
      </p:sp>
      <p:sp>
        <p:nvSpPr>
          <p:cNvPr id="3" name="Content Placeholder 2"/>
          <p:cNvSpPr>
            <a:spLocks noGrp="1"/>
          </p:cNvSpPr>
          <p:nvPr>
            <p:ph idx="1"/>
          </p:nvPr>
        </p:nvSpPr>
        <p:spPr/>
        <p:txBody>
          <a:bodyPr>
            <a:normAutofit/>
          </a:bodyPr>
          <a:lstStyle/>
          <a:p>
            <a:pPr>
              <a:buFont typeface="Courier New" pitchFamily="49" charset="0"/>
              <a:buChar char="o"/>
            </a:pPr>
            <a:r>
              <a:rPr lang="en-AU" sz="2000" dirty="0" err="1" smtClean="0"/>
              <a:t>Jalankan</a:t>
            </a:r>
            <a:r>
              <a:rPr lang="en-AU" sz="2000" dirty="0" smtClean="0"/>
              <a:t> software MA TLAB</a:t>
            </a:r>
          </a:p>
          <a:p>
            <a:pPr>
              <a:buFont typeface="Courier New" pitchFamily="49" charset="0"/>
              <a:buChar char="o"/>
            </a:pPr>
            <a:r>
              <a:rPr lang="en-AU" sz="2000" dirty="0" err="1" smtClean="0"/>
              <a:t>Ketik</a:t>
            </a:r>
            <a:r>
              <a:rPr lang="en-AU" sz="2000" dirty="0" smtClean="0"/>
              <a:t> </a:t>
            </a:r>
            <a:r>
              <a:rPr lang="en-AU" sz="2000" dirty="0" err="1" smtClean="0"/>
              <a:t>pada</a:t>
            </a:r>
            <a:r>
              <a:rPr lang="en-AU" sz="2000" dirty="0" smtClean="0"/>
              <a:t> command line: fuzzy</a:t>
            </a:r>
          </a:p>
          <a:p>
            <a:pPr>
              <a:buFont typeface="Courier New" pitchFamily="49" charset="0"/>
              <a:buChar char="o"/>
            </a:pPr>
            <a:r>
              <a:rPr lang="en-AU" sz="2000" dirty="0" err="1" smtClean="0"/>
              <a:t>Pada</a:t>
            </a:r>
            <a:r>
              <a:rPr lang="en-AU" sz="2000" dirty="0" smtClean="0"/>
              <a:t> Toolbox FIS Editor:</a:t>
            </a:r>
          </a:p>
          <a:p>
            <a:pPr marL="715963" lvl="1" indent="-315913">
              <a:buFont typeface="+mj-lt"/>
              <a:buAutoNum type="arabicPeriod"/>
            </a:pPr>
            <a:r>
              <a:rPr lang="en-AU" sz="2000" dirty="0" err="1" smtClean="0"/>
              <a:t>Tambahkan</a:t>
            </a:r>
            <a:r>
              <a:rPr lang="en-AU" sz="2000" dirty="0" smtClean="0"/>
              <a:t> </a:t>
            </a:r>
            <a:r>
              <a:rPr lang="en-AU" sz="2000" dirty="0" err="1" smtClean="0"/>
              <a:t>variabel</a:t>
            </a:r>
            <a:r>
              <a:rPr lang="en-AU" sz="2000" dirty="0" smtClean="0"/>
              <a:t> input </a:t>
            </a:r>
            <a:r>
              <a:rPr lang="en-AU" sz="2000" dirty="0" err="1" smtClean="0"/>
              <a:t>melalui</a:t>
            </a:r>
            <a:r>
              <a:rPr lang="en-AU" sz="2000" dirty="0" smtClean="0"/>
              <a:t> menu Edit – Add variable - input.</a:t>
            </a:r>
          </a:p>
          <a:p>
            <a:pPr marL="715963" lvl="1" indent="-315913">
              <a:buFont typeface="+mj-lt"/>
              <a:buAutoNum type="arabicPeriod"/>
            </a:pPr>
            <a:r>
              <a:rPr lang="en-AU" sz="2000" dirty="0" smtClean="0"/>
              <a:t>Click </a:t>
            </a:r>
            <a:r>
              <a:rPr lang="en-AU" sz="2000" dirty="0" err="1" smtClean="0"/>
              <a:t>kotak</a:t>
            </a:r>
            <a:r>
              <a:rPr lang="en-AU" sz="2000" dirty="0" smtClean="0"/>
              <a:t> </a:t>
            </a:r>
            <a:r>
              <a:rPr lang="en-AU" sz="2000" dirty="0" err="1" smtClean="0"/>
              <a:t>kuning</a:t>
            </a:r>
            <a:r>
              <a:rPr lang="en-AU" sz="2000" dirty="0" smtClean="0"/>
              <a:t> </a:t>
            </a:r>
            <a:r>
              <a:rPr lang="en-AU" sz="2000" dirty="0" err="1" smtClean="0"/>
              <a:t>berlabel</a:t>
            </a:r>
            <a:r>
              <a:rPr lang="en-AU" sz="2000" dirty="0" smtClean="0"/>
              <a:t> input 1 </a:t>
            </a:r>
            <a:r>
              <a:rPr lang="en-AU" sz="2000" dirty="0" err="1" smtClean="0"/>
              <a:t>dan</a:t>
            </a:r>
            <a:r>
              <a:rPr lang="en-AU" sz="2000" dirty="0" smtClean="0"/>
              <a:t> </a:t>
            </a:r>
            <a:r>
              <a:rPr lang="en-AU" sz="2000" dirty="0" err="1" smtClean="0"/>
              <a:t>ubah</a:t>
            </a:r>
            <a:r>
              <a:rPr lang="en-AU" sz="2000" dirty="0" smtClean="0"/>
              <a:t> </a:t>
            </a:r>
            <a:r>
              <a:rPr lang="en-AU" sz="2000" dirty="0" err="1" smtClean="0"/>
              <a:t>namanya</a:t>
            </a:r>
            <a:r>
              <a:rPr lang="en-AU" sz="2000" dirty="0" smtClean="0"/>
              <a:t> </a:t>
            </a:r>
            <a:r>
              <a:rPr lang="en-AU" sz="2000" dirty="0" err="1" smtClean="0"/>
              <a:t>pada</a:t>
            </a:r>
            <a:r>
              <a:rPr lang="en-AU" sz="2000" dirty="0" smtClean="0"/>
              <a:t> Current Variable </a:t>
            </a:r>
            <a:r>
              <a:rPr lang="en-AU" sz="2000" dirty="0" err="1" smtClean="0"/>
              <a:t>menjadi</a:t>
            </a:r>
            <a:r>
              <a:rPr lang="en-AU" sz="2000" dirty="0" smtClean="0"/>
              <a:t> </a:t>
            </a:r>
            <a:r>
              <a:rPr lang="en-AU" sz="2000" dirty="0" err="1" smtClean="0"/>
              <a:t>BiayaProduksi</a:t>
            </a:r>
            <a:r>
              <a:rPr lang="en-AU" sz="2000" dirty="0" smtClean="0"/>
              <a:t>.</a:t>
            </a:r>
          </a:p>
          <a:p>
            <a:pPr marL="715963" lvl="1" indent="-315913">
              <a:buFont typeface="+mj-lt"/>
              <a:buAutoNum type="arabicPeriod"/>
            </a:pPr>
            <a:r>
              <a:rPr lang="en-AU" sz="2000" dirty="0" smtClean="0"/>
              <a:t>Click </a:t>
            </a:r>
            <a:r>
              <a:rPr lang="en-AU" sz="2000" dirty="0" err="1" smtClean="0"/>
              <a:t>kotak</a:t>
            </a:r>
            <a:r>
              <a:rPr lang="en-AU" sz="2000" dirty="0" smtClean="0"/>
              <a:t> </a:t>
            </a:r>
            <a:r>
              <a:rPr lang="en-AU" sz="2000" dirty="0" err="1" smtClean="0"/>
              <a:t>kuning</a:t>
            </a:r>
            <a:r>
              <a:rPr lang="en-AU" sz="2000" dirty="0" smtClean="0"/>
              <a:t> </a:t>
            </a:r>
            <a:r>
              <a:rPr lang="en-AU" sz="2000" dirty="0" err="1" smtClean="0"/>
              <a:t>berlabel</a:t>
            </a:r>
            <a:r>
              <a:rPr lang="en-AU" sz="2000" dirty="0" smtClean="0"/>
              <a:t> input 2 </a:t>
            </a:r>
            <a:r>
              <a:rPr lang="en-AU" sz="2000" dirty="0" err="1" smtClean="0"/>
              <a:t>dan</a:t>
            </a:r>
            <a:r>
              <a:rPr lang="en-AU" sz="2000" dirty="0" smtClean="0"/>
              <a:t> </a:t>
            </a:r>
            <a:r>
              <a:rPr lang="en-AU" sz="2000" dirty="0" err="1" smtClean="0"/>
              <a:t>ubah</a:t>
            </a:r>
            <a:r>
              <a:rPr lang="en-AU" sz="2000" dirty="0" smtClean="0"/>
              <a:t> </a:t>
            </a:r>
            <a:r>
              <a:rPr lang="en-AU" sz="2000" dirty="0" err="1" smtClean="0"/>
              <a:t>namanya</a:t>
            </a:r>
            <a:r>
              <a:rPr lang="en-AU" sz="2000" dirty="0" smtClean="0"/>
              <a:t> </a:t>
            </a:r>
            <a:r>
              <a:rPr lang="en-AU" sz="2000" dirty="0" err="1" smtClean="0"/>
              <a:t>pada</a:t>
            </a:r>
            <a:r>
              <a:rPr lang="en-AU" sz="2000" dirty="0" smtClean="0"/>
              <a:t> Current Variable </a:t>
            </a:r>
            <a:r>
              <a:rPr lang="en-AU" sz="2000" dirty="0" err="1" smtClean="0"/>
              <a:t>menjadi</a:t>
            </a:r>
            <a:r>
              <a:rPr lang="en-AU" sz="2000" dirty="0" smtClean="0"/>
              <a:t> </a:t>
            </a:r>
            <a:r>
              <a:rPr lang="en-AU" sz="2000" dirty="0" err="1" smtClean="0"/>
              <a:t>Permintaan</a:t>
            </a:r>
            <a:r>
              <a:rPr lang="en-AU" sz="2000" dirty="0" smtClean="0"/>
              <a:t>.</a:t>
            </a:r>
          </a:p>
          <a:p>
            <a:pPr marL="715963" lvl="1" indent="-315913">
              <a:buFont typeface="+mj-lt"/>
              <a:buAutoNum type="arabicPeriod"/>
            </a:pPr>
            <a:r>
              <a:rPr lang="en-AU" sz="2000" dirty="0" smtClean="0"/>
              <a:t>Click </a:t>
            </a:r>
            <a:r>
              <a:rPr lang="en-AU" sz="2000" dirty="0" err="1" smtClean="0"/>
              <a:t>kotak</a:t>
            </a:r>
            <a:r>
              <a:rPr lang="en-AU" sz="2000" dirty="0" smtClean="0"/>
              <a:t> </a:t>
            </a:r>
            <a:r>
              <a:rPr lang="en-AU" sz="2000" dirty="0" err="1" smtClean="0"/>
              <a:t>biru</a:t>
            </a:r>
            <a:r>
              <a:rPr lang="en-AU" sz="2000" dirty="0" smtClean="0"/>
              <a:t> </a:t>
            </a:r>
            <a:r>
              <a:rPr lang="en-AU" sz="2000" dirty="0" err="1" smtClean="0"/>
              <a:t>berlabel</a:t>
            </a:r>
            <a:r>
              <a:rPr lang="en-AU" sz="2000" dirty="0" smtClean="0"/>
              <a:t> output 1 </a:t>
            </a:r>
            <a:r>
              <a:rPr lang="en-AU" sz="2000" dirty="0" err="1" smtClean="0"/>
              <a:t>dan</a:t>
            </a:r>
            <a:r>
              <a:rPr lang="en-AU" sz="2000" dirty="0" smtClean="0"/>
              <a:t> </a:t>
            </a:r>
            <a:r>
              <a:rPr lang="en-AU" sz="2000" dirty="0" err="1" smtClean="0"/>
              <a:t>ubah</a:t>
            </a:r>
            <a:r>
              <a:rPr lang="en-AU" sz="2000" dirty="0" smtClean="0"/>
              <a:t> </a:t>
            </a:r>
            <a:r>
              <a:rPr lang="en-AU" sz="2000" dirty="0" err="1" smtClean="0"/>
              <a:t>namanya</a:t>
            </a:r>
            <a:r>
              <a:rPr lang="en-AU" sz="2000" dirty="0" smtClean="0"/>
              <a:t> </a:t>
            </a:r>
            <a:r>
              <a:rPr lang="en-AU" sz="2000" dirty="0" err="1" smtClean="0"/>
              <a:t>pada</a:t>
            </a:r>
            <a:r>
              <a:rPr lang="en-AU" sz="2000" dirty="0" smtClean="0"/>
              <a:t> Current Variable </a:t>
            </a:r>
            <a:r>
              <a:rPr lang="en-AU" sz="2000" dirty="0" err="1" smtClean="0"/>
              <a:t>menjadi</a:t>
            </a:r>
            <a:r>
              <a:rPr lang="en-AU" sz="2000" dirty="0" smtClean="0"/>
              <a:t> </a:t>
            </a:r>
            <a:r>
              <a:rPr lang="en-AU" sz="2000" dirty="0" err="1" smtClean="0"/>
              <a:t>ProduksiBarang</a:t>
            </a:r>
            <a:r>
              <a:rPr lang="en-AU" sz="2000" dirty="0" smtClean="0"/>
              <a:t>.</a:t>
            </a:r>
          </a:p>
          <a:p>
            <a:pPr marL="715963" lvl="1" indent="-315913">
              <a:buFont typeface="+mj-lt"/>
              <a:buAutoNum type="arabicPeriod"/>
            </a:pPr>
            <a:r>
              <a:rPr lang="en-AU" sz="2000" dirty="0" err="1" smtClean="0"/>
              <a:t>Pilihan</a:t>
            </a:r>
            <a:r>
              <a:rPr lang="en-AU" sz="2000" dirty="0" smtClean="0"/>
              <a:t> </a:t>
            </a:r>
            <a:r>
              <a:rPr lang="en-AU" sz="2000" dirty="0" err="1" smtClean="0"/>
              <a:t>lainnya</a:t>
            </a:r>
            <a:r>
              <a:rPr lang="en-AU" sz="2000" dirty="0" smtClean="0"/>
              <a:t> </a:t>
            </a:r>
            <a:r>
              <a:rPr lang="en-AU" sz="2000" dirty="0" err="1" smtClean="0"/>
              <a:t>tetap</a:t>
            </a:r>
            <a:r>
              <a:rPr lang="en-AU" sz="2000" dirty="0" smtClean="0"/>
              <a:t>, </a:t>
            </a:r>
            <a:r>
              <a:rPr lang="en-AU" sz="2000" dirty="0" err="1" smtClean="0"/>
              <a:t>sesuai</a:t>
            </a:r>
            <a:r>
              <a:rPr lang="en-AU" sz="2000" dirty="0" smtClean="0"/>
              <a:t> </a:t>
            </a:r>
            <a:r>
              <a:rPr lang="en-AU" sz="2000" dirty="0" err="1" smtClean="0"/>
              <a:t>dengan</a:t>
            </a:r>
            <a:r>
              <a:rPr lang="en-AU" sz="2000" dirty="0" smtClean="0"/>
              <a:t> </a:t>
            </a:r>
            <a:r>
              <a:rPr lang="en-AU" sz="2000" dirty="0" err="1" smtClean="0"/>
              <a:t>metode</a:t>
            </a:r>
            <a:r>
              <a:rPr lang="en-AU" sz="2000" dirty="0" smtClean="0"/>
              <a:t> </a:t>
            </a:r>
            <a:r>
              <a:rPr lang="en-AU" sz="2000" dirty="0" err="1" smtClean="0"/>
              <a:t>Mamdani</a:t>
            </a:r>
            <a:r>
              <a:rPr lang="en-AU" sz="2000" dirty="0" smtClean="0"/>
              <a:t>.</a:t>
            </a:r>
          </a:p>
          <a:p>
            <a:pPr marL="715963" lvl="1" indent="-315913">
              <a:buFont typeface="+mj-lt"/>
              <a:buAutoNum type="arabicPeriod"/>
            </a:pPr>
            <a:r>
              <a:rPr lang="en-AU" sz="2000" dirty="0" err="1" smtClean="0"/>
              <a:t>Simpan</a:t>
            </a:r>
            <a:r>
              <a:rPr lang="en-AU" sz="2000" dirty="0" smtClean="0"/>
              <a:t> </a:t>
            </a:r>
            <a:r>
              <a:rPr lang="en-AU" sz="2000" dirty="0" err="1" smtClean="0"/>
              <a:t>dengan</a:t>
            </a:r>
            <a:r>
              <a:rPr lang="en-AU" sz="2000" dirty="0" smtClean="0"/>
              <a:t> </a:t>
            </a:r>
            <a:r>
              <a:rPr lang="en-AU" sz="2000" dirty="0" err="1" smtClean="0"/>
              <a:t>nama</a:t>
            </a:r>
            <a:r>
              <a:rPr lang="en-AU" sz="2000" dirty="0" smtClean="0"/>
              <a:t> Kasus1. </a:t>
            </a:r>
            <a:r>
              <a:rPr lang="en-AU" sz="2000" dirty="0" err="1" smtClean="0"/>
              <a:t>fis</a:t>
            </a:r>
            <a:r>
              <a:rPr lang="en-AU" sz="2000" dirty="0" smtClean="0"/>
              <a:t> </a:t>
            </a:r>
            <a:r>
              <a:rPr lang="en-AU" sz="2000" dirty="0" err="1" smtClean="0"/>
              <a:t>melalui</a:t>
            </a:r>
            <a:r>
              <a:rPr lang="en-AU" sz="2000" dirty="0" smtClean="0"/>
              <a:t> menu File.</a:t>
            </a:r>
            <a:endParaRPr lang="en-AU" sz="2000" dirty="0"/>
          </a:p>
        </p:txBody>
      </p:sp>
    </p:spTree>
    <p:extLst>
      <p:ext uri="{BB962C8B-B14F-4D97-AF65-F5344CB8AC3E}">
        <p14:creationId xmlns:p14="http://schemas.microsoft.com/office/powerpoint/2010/main" val="23466685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628800"/>
            <a:ext cx="784887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86395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Autofit/>
          </a:bodyPr>
          <a:lstStyle/>
          <a:p>
            <a:pPr>
              <a:buFont typeface="Courier New" pitchFamily="49" charset="0"/>
              <a:buChar char="o"/>
            </a:pPr>
            <a:r>
              <a:rPr lang="en-AU" sz="2400" dirty="0" smtClean="0"/>
              <a:t>Double Click </a:t>
            </a:r>
            <a:r>
              <a:rPr lang="en-AU" sz="2400" dirty="0" err="1" smtClean="0"/>
              <a:t>salah</a:t>
            </a:r>
            <a:r>
              <a:rPr lang="en-AU" sz="2400" dirty="0" smtClean="0"/>
              <a:t> </a:t>
            </a:r>
            <a:r>
              <a:rPr lang="en-AU" sz="2400" dirty="0" err="1" smtClean="0"/>
              <a:t>satu</a:t>
            </a:r>
            <a:r>
              <a:rPr lang="en-AU" sz="2400" dirty="0" smtClean="0"/>
              <a:t> </a:t>
            </a:r>
            <a:r>
              <a:rPr lang="en-AU" sz="2400" dirty="0" err="1" smtClean="0"/>
              <a:t>kotak</a:t>
            </a:r>
            <a:r>
              <a:rPr lang="en-AU" sz="2400" dirty="0" smtClean="0"/>
              <a:t> input </a:t>
            </a:r>
            <a:r>
              <a:rPr lang="en-AU" sz="2400" dirty="0" err="1" smtClean="0"/>
              <a:t>sehingga</a:t>
            </a:r>
            <a:r>
              <a:rPr lang="en-AU" sz="2400" dirty="0" smtClean="0"/>
              <a:t> </a:t>
            </a:r>
            <a:r>
              <a:rPr lang="en-AU" sz="2400" dirty="0" err="1" smtClean="0"/>
              <a:t>muncul</a:t>
            </a:r>
            <a:r>
              <a:rPr lang="en-AU" sz="2400" dirty="0" smtClean="0"/>
              <a:t> Membership Function Editor .</a:t>
            </a:r>
          </a:p>
          <a:p>
            <a:pPr>
              <a:buFont typeface="Courier New" pitchFamily="49" charset="0"/>
              <a:buChar char="o"/>
            </a:pPr>
            <a:r>
              <a:rPr lang="en-AU" sz="2400" dirty="0" err="1" smtClean="0"/>
              <a:t>Pada</a:t>
            </a:r>
            <a:r>
              <a:rPr lang="en-AU" sz="2400" dirty="0" smtClean="0"/>
              <a:t> Membership Function Editor:</a:t>
            </a:r>
          </a:p>
          <a:p>
            <a:pPr lvl="1"/>
            <a:r>
              <a:rPr lang="en-AU" sz="2400" dirty="0" smtClean="0"/>
              <a:t>Click </a:t>
            </a:r>
            <a:r>
              <a:rPr lang="en-AU" sz="2400" dirty="0" err="1" smtClean="0"/>
              <a:t>kotak</a:t>
            </a:r>
            <a:r>
              <a:rPr lang="en-AU" sz="2400" dirty="0" smtClean="0"/>
              <a:t> </a:t>
            </a:r>
            <a:r>
              <a:rPr lang="en-AU" sz="2400" dirty="0" err="1" smtClean="0"/>
              <a:t>BiayaProduksi</a:t>
            </a:r>
            <a:r>
              <a:rPr lang="en-AU" sz="2400" dirty="0" smtClean="0"/>
              <a:t>, </a:t>
            </a:r>
            <a:r>
              <a:rPr lang="en-AU" sz="2400" dirty="0" err="1" smtClean="0"/>
              <a:t>isikan</a:t>
            </a:r>
            <a:r>
              <a:rPr lang="en-AU" sz="2400" dirty="0" smtClean="0"/>
              <a:t> Range </a:t>
            </a:r>
            <a:r>
              <a:rPr lang="en-AU" sz="2400" dirty="0" err="1" smtClean="0"/>
              <a:t>dengan</a:t>
            </a:r>
            <a:r>
              <a:rPr lang="en-AU" sz="2400" dirty="0" smtClean="0"/>
              <a:t> [0 1000]</a:t>
            </a:r>
          </a:p>
          <a:p>
            <a:pPr lvl="1"/>
            <a:r>
              <a:rPr lang="en-AU" sz="2400" dirty="0" err="1" smtClean="0"/>
              <a:t>Jika</a:t>
            </a:r>
            <a:r>
              <a:rPr lang="en-AU" sz="2400" dirty="0" smtClean="0"/>
              <a:t> </a:t>
            </a:r>
            <a:r>
              <a:rPr lang="en-AU" sz="2400" dirty="0" err="1" smtClean="0"/>
              <a:t>fungsi</a:t>
            </a:r>
            <a:r>
              <a:rPr lang="en-AU" sz="2400" dirty="0" smtClean="0"/>
              <a:t> </a:t>
            </a:r>
            <a:r>
              <a:rPr lang="en-AU" sz="2400" dirty="0" err="1" smtClean="0"/>
              <a:t>keanggotaan</a:t>
            </a:r>
            <a:r>
              <a:rPr lang="en-AU" sz="2400" dirty="0" smtClean="0"/>
              <a:t> </a:t>
            </a:r>
            <a:r>
              <a:rPr lang="en-AU" sz="2400" dirty="0" err="1" smtClean="0"/>
              <a:t>kurang</a:t>
            </a:r>
            <a:r>
              <a:rPr lang="en-AU" sz="2400" dirty="0" smtClean="0"/>
              <a:t>, </a:t>
            </a:r>
            <a:r>
              <a:rPr lang="en-AU" sz="2400" dirty="0" err="1" smtClean="0"/>
              <a:t>pada</a:t>
            </a:r>
            <a:r>
              <a:rPr lang="en-AU" sz="2400" dirty="0" smtClean="0"/>
              <a:t> menu Edit </a:t>
            </a:r>
            <a:r>
              <a:rPr lang="en-AU" sz="2400" dirty="0" err="1" smtClean="0"/>
              <a:t>pilih</a:t>
            </a:r>
            <a:r>
              <a:rPr lang="en-AU" sz="2400" dirty="0" smtClean="0"/>
              <a:t> Add MFs </a:t>
            </a:r>
            <a:r>
              <a:rPr lang="en-AU" sz="2400" dirty="0" err="1" smtClean="0"/>
              <a:t>dan</a:t>
            </a:r>
            <a:r>
              <a:rPr lang="en-AU" sz="2400" dirty="0" smtClean="0"/>
              <a:t> </a:t>
            </a:r>
            <a:r>
              <a:rPr lang="en-AU" sz="2400" dirty="0" err="1" smtClean="0"/>
              <a:t>tekan</a:t>
            </a:r>
            <a:r>
              <a:rPr lang="en-AU" sz="2400" dirty="0" smtClean="0"/>
              <a:t> OK</a:t>
            </a:r>
          </a:p>
          <a:p>
            <a:pPr lvl="1"/>
            <a:r>
              <a:rPr lang="en-AU" sz="2400" dirty="0" smtClean="0"/>
              <a:t>Click mf1 </a:t>
            </a:r>
            <a:r>
              <a:rPr lang="en-AU" sz="2400" dirty="0" err="1" smtClean="0"/>
              <a:t>ganti</a:t>
            </a:r>
            <a:r>
              <a:rPr lang="en-AU" sz="2400" dirty="0" smtClean="0"/>
              <a:t> </a:t>
            </a:r>
            <a:r>
              <a:rPr lang="en-AU" sz="2400" dirty="0" err="1" smtClean="0"/>
              <a:t>dengan</a:t>
            </a:r>
            <a:r>
              <a:rPr lang="en-AU" sz="2400" dirty="0" smtClean="0"/>
              <a:t> </a:t>
            </a:r>
            <a:r>
              <a:rPr lang="en-AU" sz="2400" dirty="0" err="1" smtClean="0"/>
              <a:t>nama</a:t>
            </a:r>
            <a:r>
              <a:rPr lang="en-AU" sz="2400" dirty="0" smtClean="0"/>
              <a:t> RENDAH, </a:t>
            </a:r>
            <a:r>
              <a:rPr lang="en-AU" sz="2400" dirty="0" err="1" smtClean="0"/>
              <a:t>pilih</a:t>
            </a:r>
            <a:r>
              <a:rPr lang="en-AU" sz="2400" dirty="0" smtClean="0"/>
              <a:t> type </a:t>
            </a:r>
            <a:r>
              <a:rPr lang="en-AU" sz="2400" dirty="0" err="1" smtClean="0"/>
              <a:t>zmf</a:t>
            </a:r>
            <a:r>
              <a:rPr lang="en-AU" sz="2400" dirty="0" smtClean="0"/>
              <a:t> </a:t>
            </a:r>
            <a:r>
              <a:rPr lang="en-AU" sz="2400" dirty="0" err="1" smtClean="0"/>
              <a:t>dan</a:t>
            </a:r>
            <a:r>
              <a:rPr lang="en-AU" sz="2400" dirty="0" smtClean="0"/>
              <a:t> </a:t>
            </a:r>
            <a:r>
              <a:rPr lang="en-AU" sz="2400" dirty="0" err="1" smtClean="0"/>
              <a:t>ubah</a:t>
            </a:r>
            <a:r>
              <a:rPr lang="en-AU" sz="2400" dirty="0" smtClean="0"/>
              <a:t> </a:t>
            </a:r>
            <a:r>
              <a:rPr lang="en-AU" sz="2400" dirty="0" err="1" smtClean="0"/>
              <a:t>params</a:t>
            </a:r>
            <a:r>
              <a:rPr lang="en-AU" sz="2400" dirty="0" smtClean="0"/>
              <a:t> </a:t>
            </a:r>
            <a:r>
              <a:rPr lang="en-AU" sz="2400" dirty="0" err="1" smtClean="0"/>
              <a:t>dengan</a:t>
            </a:r>
            <a:r>
              <a:rPr lang="en-AU" sz="2400" dirty="0" smtClean="0"/>
              <a:t> [0 500]</a:t>
            </a:r>
          </a:p>
          <a:p>
            <a:pPr lvl="1"/>
            <a:r>
              <a:rPr lang="en-AU" sz="2400" dirty="0" smtClean="0"/>
              <a:t> Click mf2 </a:t>
            </a:r>
            <a:r>
              <a:rPr lang="en-AU" sz="2400" dirty="0" err="1" smtClean="0"/>
              <a:t>ganti</a:t>
            </a:r>
            <a:r>
              <a:rPr lang="en-AU" sz="2400" dirty="0" smtClean="0"/>
              <a:t> </a:t>
            </a:r>
            <a:r>
              <a:rPr lang="en-AU" sz="2400" dirty="0" err="1" smtClean="0"/>
              <a:t>dengan</a:t>
            </a:r>
            <a:r>
              <a:rPr lang="en-AU" sz="2400" dirty="0" smtClean="0"/>
              <a:t> </a:t>
            </a:r>
            <a:r>
              <a:rPr lang="en-AU" sz="2400" dirty="0" err="1" smtClean="0"/>
              <a:t>nama</a:t>
            </a:r>
            <a:r>
              <a:rPr lang="en-AU" sz="2400" dirty="0" smtClean="0"/>
              <a:t> STANDAR, </a:t>
            </a:r>
            <a:r>
              <a:rPr lang="en-AU" sz="2400" dirty="0" err="1" smtClean="0"/>
              <a:t>pilih</a:t>
            </a:r>
            <a:r>
              <a:rPr lang="en-AU" sz="2400" dirty="0" smtClean="0"/>
              <a:t> type </a:t>
            </a:r>
            <a:r>
              <a:rPr lang="en-AU" sz="2400" dirty="0" err="1" smtClean="0"/>
              <a:t>pimf</a:t>
            </a:r>
            <a:r>
              <a:rPr lang="en-AU" sz="2400" dirty="0" smtClean="0"/>
              <a:t> </a:t>
            </a:r>
            <a:r>
              <a:rPr lang="en-AU" sz="2400" dirty="0" err="1" smtClean="0"/>
              <a:t>dan</a:t>
            </a:r>
            <a:r>
              <a:rPr lang="en-AU" sz="2400" dirty="0" smtClean="0"/>
              <a:t> </a:t>
            </a:r>
            <a:r>
              <a:rPr lang="en-AU" sz="2400" dirty="0" err="1" smtClean="0"/>
              <a:t>ubah</a:t>
            </a:r>
            <a:r>
              <a:rPr lang="en-AU" sz="2400" dirty="0" smtClean="0"/>
              <a:t> </a:t>
            </a:r>
            <a:r>
              <a:rPr lang="en-AU" sz="2400" dirty="0" err="1" smtClean="0"/>
              <a:t>params</a:t>
            </a:r>
            <a:r>
              <a:rPr lang="en-AU" sz="2400" dirty="0" smtClean="0"/>
              <a:t> </a:t>
            </a:r>
            <a:r>
              <a:rPr lang="en-AU" sz="2400" dirty="0" err="1" smtClean="0"/>
              <a:t>dengan</a:t>
            </a:r>
            <a:r>
              <a:rPr lang="en-AU" sz="2400" dirty="0" smtClean="0"/>
              <a:t> [0 500 500 1000]</a:t>
            </a:r>
          </a:p>
          <a:p>
            <a:pPr lvl="1"/>
            <a:r>
              <a:rPr lang="en-AU" sz="2400" dirty="0" smtClean="0"/>
              <a:t>Click mf3 </a:t>
            </a:r>
            <a:r>
              <a:rPr lang="en-AU" sz="2400" dirty="0" err="1" smtClean="0"/>
              <a:t>ganti</a:t>
            </a:r>
            <a:r>
              <a:rPr lang="en-AU" sz="2400" dirty="0" smtClean="0"/>
              <a:t> </a:t>
            </a:r>
            <a:r>
              <a:rPr lang="en-AU" sz="2400" dirty="0" err="1" smtClean="0"/>
              <a:t>dengan</a:t>
            </a:r>
            <a:r>
              <a:rPr lang="en-AU" sz="2400" dirty="0" smtClean="0"/>
              <a:t> </a:t>
            </a:r>
            <a:r>
              <a:rPr lang="en-AU" sz="2400" dirty="0" err="1" smtClean="0"/>
              <a:t>nama</a:t>
            </a:r>
            <a:r>
              <a:rPr lang="en-AU" sz="2400" dirty="0" smtClean="0"/>
              <a:t> TINGGI, </a:t>
            </a:r>
            <a:r>
              <a:rPr lang="en-AU" sz="2400" dirty="0" err="1" smtClean="0"/>
              <a:t>pilih</a:t>
            </a:r>
            <a:r>
              <a:rPr lang="en-AU" sz="2400" dirty="0" smtClean="0"/>
              <a:t> type </a:t>
            </a:r>
            <a:r>
              <a:rPr lang="en-AU" sz="2400" dirty="0" err="1" smtClean="0"/>
              <a:t>smf</a:t>
            </a:r>
            <a:r>
              <a:rPr lang="en-AU" sz="2400" dirty="0" smtClean="0"/>
              <a:t> </a:t>
            </a:r>
            <a:r>
              <a:rPr lang="en-AU" sz="2400" dirty="0" err="1" smtClean="0"/>
              <a:t>dan</a:t>
            </a:r>
            <a:r>
              <a:rPr lang="en-AU" sz="2400" dirty="0" smtClean="0"/>
              <a:t> </a:t>
            </a:r>
            <a:r>
              <a:rPr lang="en-AU" sz="2400" dirty="0" err="1" smtClean="0"/>
              <a:t>ubah</a:t>
            </a:r>
            <a:r>
              <a:rPr lang="en-AU" sz="2400" dirty="0" smtClean="0"/>
              <a:t> </a:t>
            </a:r>
            <a:r>
              <a:rPr lang="en-AU" sz="2400" dirty="0" err="1" smtClean="0"/>
              <a:t>params</a:t>
            </a:r>
            <a:r>
              <a:rPr lang="en-AU" sz="2400" dirty="0" smtClean="0"/>
              <a:t> </a:t>
            </a:r>
            <a:r>
              <a:rPr lang="en-AU" sz="2400" dirty="0" err="1" smtClean="0"/>
              <a:t>dengan</a:t>
            </a:r>
            <a:r>
              <a:rPr lang="en-AU" sz="2400" dirty="0" smtClean="0"/>
              <a:t> [500 1000]</a:t>
            </a:r>
            <a:endParaRPr lang="en-AU" sz="2400" dirty="0"/>
          </a:p>
        </p:txBody>
      </p:sp>
    </p:spTree>
    <p:extLst>
      <p:ext uri="{BB962C8B-B14F-4D97-AF65-F5344CB8AC3E}">
        <p14:creationId xmlns:p14="http://schemas.microsoft.com/office/powerpoint/2010/main" val="400273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136904"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05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Click k </a:t>
            </a:r>
            <a:r>
              <a:rPr lang="en-AU" dirty="0" err="1" smtClean="0"/>
              <a:t>otak</a:t>
            </a:r>
            <a:r>
              <a:rPr lang="en-AU" dirty="0" smtClean="0"/>
              <a:t> </a:t>
            </a:r>
            <a:r>
              <a:rPr lang="en-AU" dirty="0" err="1" smtClean="0"/>
              <a:t>Permintaan</a:t>
            </a:r>
            <a:endParaRPr lang="en-AU" dirty="0" smtClean="0"/>
          </a:p>
          <a:p>
            <a:pPr lvl="1"/>
            <a:r>
              <a:rPr lang="en-AU" dirty="0" err="1" smtClean="0"/>
              <a:t>Isikan</a:t>
            </a:r>
            <a:r>
              <a:rPr lang="en-AU" dirty="0" smtClean="0"/>
              <a:t> Range </a:t>
            </a:r>
            <a:r>
              <a:rPr lang="en-AU" dirty="0" err="1" smtClean="0"/>
              <a:t>dengan</a:t>
            </a:r>
            <a:r>
              <a:rPr lang="en-AU" dirty="0" smtClean="0"/>
              <a:t> [0 60]</a:t>
            </a:r>
          </a:p>
          <a:p>
            <a:pPr lvl="1"/>
            <a:r>
              <a:rPr lang="en-AU" dirty="0" err="1" smtClean="0"/>
              <a:t>Jika</a:t>
            </a:r>
            <a:r>
              <a:rPr lang="en-AU" dirty="0" smtClean="0"/>
              <a:t> </a:t>
            </a:r>
            <a:r>
              <a:rPr lang="en-AU" dirty="0" err="1" smtClean="0"/>
              <a:t>fungsi</a:t>
            </a:r>
            <a:r>
              <a:rPr lang="en-AU" dirty="0" smtClean="0"/>
              <a:t> </a:t>
            </a:r>
            <a:r>
              <a:rPr lang="en-AU" dirty="0" err="1" smtClean="0"/>
              <a:t>keanggotaan</a:t>
            </a:r>
            <a:r>
              <a:rPr lang="en-AU" dirty="0" smtClean="0"/>
              <a:t> </a:t>
            </a:r>
            <a:r>
              <a:rPr lang="en-AU" dirty="0" err="1" smtClean="0"/>
              <a:t>kurang</a:t>
            </a:r>
            <a:r>
              <a:rPr lang="en-AU" dirty="0" smtClean="0"/>
              <a:t>, </a:t>
            </a:r>
            <a:r>
              <a:rPr lang="en-AU" dirty="0" err="1" smtClean="0"/>
              <a:t>pada</a:t>
            </a:r>
            <a:r>
              <a:rPr lang="en-AU" dirty="0" smtClean="0"/>
              <a:t> menu Edit </a:t>
            </a:r>
            <a:r>
              <a:rPr lang="en-AU" dirty="0" err="1" smtClean="0"/>
              <a:t>pilih</a:t>
            </a:r>
            <a:r>
              <a:rPr lang="en-AU" dirty="0" smtClean="0"/>
              <a:t> Add MFs </a:t>
            </a:r>
            <a:r>
              <a:rPr lang="en-AU" dirty="0" err="1" smtClean="0"/>
              <a:t>dan</a:t>
            </a:r>
            <a:r>
              <a:rPr lang="en-AU" dirty="0" smtClean="0"/>
              <a:t> </a:t>
            </a:r>
            <a:r>
              <a:rPr lang="en-AU" dirty="0" err="1" smtClean="0"/>
              <a:t>tekan</a:t>
            </a:r>
            <a:r>
              <a:rPr lang="en-AU" dirty="0" smtClean="0"/>
              <a:t> OK</a:t>
            </a:r>
          </a:p>
          <a:p>
            <a:pPr lvl="1"/>
            <a:r>
              <a:rPr lang="en-AU" dirty="0" smtClean="0"/>
              <a:t>Click mf1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TURUN, </a:t>
            </a:r>
            <a:r>
              <a:rPr lang="en-AU" dirty="0" err="1" smtClean="0"/>
              <a:t>pilih</a:t>
            </a:r>
            <a:r>
              <a:rPr lang="en-AU" dirty="0" smtClean="0"/>
              <a:t> type </a:t>
            </a:r>
            <a:r>
              <a:rPr lang="en-AU" dirty="0" err="1" smtClean="0"/>
              <a:t>trapmf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dengan</a:t>
            </a:r>
            <a:r>
              <a:rPr lang="en-AU" dirty="0" smtClean="0"/>
              <a:t> [0 0 10 30]</a:t>
            </a:r>
          </a:p>
          <a:p>
            <a:pPr lvl="1"/>
            <a:r>
              <a:rPr lang="en-AU" dirty="0" smtClean="0"/>
              <a:t>Click mf2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BIASA, </a:t>
            </a:r>
            <a:r>
              <a:rPr lang="en-AU" dirty="0" err="1" smtClean="0"/>
              <a:t>pilih</a:t>
            </a:r>
            <a:r>
              <a:rPr lang="en-AU" dirty="0" smtClean="0"/>
              <a:t> type </a:t>
            </a:r>
            <a:r>
              <a:rPr lang="en-AU" dirty="0" err="1" smtClean="0"/>
              <a:t>trimf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dengan</a:t>
            </a:r>
            <a:r>
              <a:rPr lang="en-AU" dirty="0" smtClean="0"/>
              <a:t> [10 30 50]</a:t>
            </a:r>
          </a:p>
          <a:p>
            <a:pPr lvl="1"/>
            <a:r>
              <a:rPr lang="en-AU" dirty="0" smtClean="0"/>
              <a:t>Click mf3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NAIK, </a:t>
            </a:r>
            <a:r>
              <a:rPr lang="en-AU" dirty="0" err="1" smtClean="0"/>
              <a:t>pilih</a:t>
            </a:r>
            <a:r>
              <a:rPr lang="en-AU" dirty="0" smtClean="0"/>
              <a:t> type </a:t>
            </a:r>
            <a:r>
              <a:rPr lang="en-AU" dirty="0" err="1" smtClean="0"/>
              <a:t>trapmf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dengan</a:t>
            </a:r>
            <a:r>
              <a:rPr lang="en-AU" dirty="0" smtClean="0"/>
              <a:t> [30 50 60 60]</a:t>
            </a:r>
            <a:endParaRPr lang="en-AU" dirty="0"/>
          </a:p>
        </p:txBody>
      </p:sp>
    </p:spTree>
    <p:extLst>
      <p:ext uri="{BB962C8B-B14F-4D97-AF65-F5344CB8AC3E}">
        <p14:creationId xmlns:p14="http://schemas.microsoft.com/office/powerpoint/2010/main" val="10989835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556792"/>
            <a:ext cx="8064896"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5666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a:bodyPr>
          <a:lstStyle/>
          <a:p>
            <a:r>
              <a:rPr lang="en-AU" dirty="0" smtClean="0"/>
              <a:t>Click </a:t>
            </a:r>
            <a:r>
              <a:rPr lang="en-AU" dirty="0" err="1" smtClean="0"/>
              <a:t>kotak</a:t>
            </a:r>
            <a:r>
              <a:rPr lang="en-AU" dirty="0" smtClean="0"/>
              <a:t> </a:t>
            </a:r>
            <a:r>
              <a:rPr lang="en-AU" dirty="0" err="1" smtClean="0"/>
              <a:t>ProduksiBarang</a:t>
            </a:r>
            <a:endParaRPr lang="en-AU" dirty="0" smtClean="0"/>
          </a:p>
          <a:p>
            <a:pPr lvl="1"/>
            <a:r>
              <a:rPr lang="en-AU" dirty="0" err="1" smtClean="0"/>
              <a:t>Isikan</a:t>
            </a:r>
            <a:r>
              <a:rPr lang="en-AU" dirty="0" smtClean="0"/>
              <a:t> Range </a:t>
            </a:r>
            <a:r>
              <a:rPr lang="en-AU" dirty="0" err="1" smtClean="0"/>
              <a:t>dengan</a:t>
            </a:r>
            <a:r>
              <a:rPr lang="en-AU" dirty="0" smtClean="0"/>
              <a:t> [0 100]</a:t>
            </a:r>
          </a:p>
          <a:p>
            <a:pPr lvl="1"/>
            <a:r>
              <a:rPr lang="en-AU" dirty="0" err="1" smtClean="0"/>
              <a:t>Jika</a:t>
            </a:r>
            <a:r>
              <a:rPr lang="en-AU" dirty="0" smtClean="0"/>
              <a:t> </a:t>
            </a:r>
            <a:r>
              <a:rPr lang="en-AU" dirty="0" err="1" smtClean="0"/>
              <a:t>fungsi</a:t>
            </a:r>
            <a:r>
              <a:rPr lang="en-AU" dirty="0" smtClean="0"/>
              <a:t> </a:t>
            </a:r>
            <a:r>
              <a:rPr lang="en-AU" dirty="0" err="1" smtClean="0"/>
              <a:t>keanggotaan</a:t>
            </a:r>
            <a:r>
              <a:rPr lang="en-AU" dirty="0" smtClean="0"/>
              <a:t> </a:t>
            </a:r>
            <a:r>
              <a:rPr lang="en-AU" dirty="0" err="1" smtClean="0"/>
              <a:t>kurang</a:t>
            </a:r>
            <a:r>
              <a:rPr lang="en-AU" dirty="0" smtClean="0"/>
              <a:t>, </a:t>
            </a:r>
            <a:r>
              <a:rPr lang="en-AU" dirty="0" err="1" smtClean="0"/>
              <a:t>pada</a:t>
            </a:r>
            <a:r>
              <a:rPr lang="en-AU" dirty="0" smtClean="0"/>
              <a:t> menu Edit </a:t>
            </a:r>
            <a:r>
              <a:rPr lang="en-AU" dirty="0" err="1" smtClean="0"/>
              <a:t>pilih</a:t>
            </a:r>
            <a:r>
              <a:rPr lang="en-AU" dirty="0" smtClean="0"/>
              <a:t> Add MFs </a:t>
            </a:r>
            <a:r>
              <a:rPr lang="en-AU" dirty="0" err="1" smtClean="0"/>
              <a:t>dan</a:t>
            </a:r>
            <a:r>
              <a:rPr lang="en-AU" dirty="0" smtClean="0"/>
              <a:t> </a:t>
            </a:r>
            <a:r>
              <a:rPr lang="en-AU" dirty="0" err="1" smtClean="0"/>
              <a:t>tekan</a:t>
            </a:r>
            <a:r>
              <a:rPr lang="en-AU" dirty="0" smtClean="0"/>
              <a:t> OK</a:t>
            </a:r>
          </a:p>
          <a:p>
            <a:pPr lvl="1"/>
            <a:r>
              <a:rPr lang="en-AU" dirty="0" smtClean="0"/>
              <a:t>Click mf1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BERKURANG, </a:t>
            </a:r>
            <a:r>
              <a:rPr lang="en-AU" dirty="0" err="1" smtClean="0"/>
              <a:t>pilih</a:t>
            </a:r>
            <a:r>
              <a:rPr lang="en-AU" dirty="0" smtClean="0"/>
              <a:t> type </a:t>
            </a:r>
            <a:r>
              <a:rPr lang="en-AU" dirty="0" err="1" smtClean="0"/>
              <a:t>trapmf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dengan</a:t>
            </a:r>
            <a:r>
              <a:rPr lang="en-AU" dirty="0" smtClean="0"/>
              <a:t> [0 0 10 50]</a:t>
            </a:r>
          </a:p>
          <a:p>
            <a:pPr lvl="1"/>
            <a:r>
              <a:rPr lang="en-AU" dirty="0" smtClean="0"/>
              <a:t>Click mf2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NORMAL, </a:t>
            </a:r>
            <a:r>
              <a:rPr lang="en-AU" dirty="0" err="1" smtClean="0"/>
              <a:t>pilih</a:t>
            </a:r>
            <a:r>
              <a:rPr lang="en-AU" dirty="0" smtClean="0"/>
              <a:t> type </a:t>
            </a:r>
            <a:r>
              <a:rPr lang="en-AU" dirty="0" err="1" smtClean="0"/>
              <a:t>trimf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t>
            </a:r>
            <a:r>
              <a:rPr lang="en-AU" dirty="0" smtClean="0"/>
              <a:t> an [30 50 70]</a:t>
            </a:r>
          </a:p>
          <a:p>
            <a:pPr lvl="1"/>
            <a:r>
              <a:rPr lang="en-AU" dirty="0" smtClean="0"/>
              <a:t>Click mf3 </a:t>
            </a:r>
            <a:r>
              <a:rPr lang="en-AU" dirty="0" err="1" smtClean="0"/>
              <a:t>ganti</a:t>
            </a:r>
            <a:r>
              <a:rPr lang="en-AU" dirty="0" smtClean="0"/>
              <a:t> </a:t>
            </a:r>
            <a:r>
              <a:rPr lang="en-AU" dirty="0" err="1" smtClean="0"/>
              <a:t>dengan</a:t>
            </a:r>
            <a:r>
              <a:rPr lang="en-AU" dirty="0" smtClean="0"/>
              <a:t> </a:t>
            </a:r>
            <a:r>
              <a:rPr lang="en-AU" dirty="0" err="1" smtClean="0"/>
              <a:t>nama</a:t>
            </a:r>
            <a:r>
              <a:rPr lang="en-AU" dirty="0" smtClean="0"/>
              <a:t> BERTAMBAH, </a:t>
            </a:r>
            <a:r>
              <a:rPr lang="en-AU" dirty="0" err="1" smtClean="0"/>
              <a:t>pilih</a:t>
            </a:r>
            <a:r>
              <a:rPr lang="en-AU" dirty="0" smtClean="0"/>
              <a:t> type </a:t>
            </a:r>
            <a:r>
              <a:rPr lang="en-AU" dirty="0" err="1" smtClean="0"/>
              <a:t>trapmf</a:t>
            </a:r>
            <a:r>
              <a:rPr lang="en-AU" dirty="0" smtClean="0"/>
              <a:t> </a:t>
            </a:r>
            <a:r>
              <a:rPr lang="en-AU" dirty="0" err="1" smtClean="0"/>
              <a:t>dan</a:t>
            </a:r>
            <a:r>
              <a:rPr lang="en-AU" dirty="0" smtClean="0"/>
              <a:t> </a:t>
            </a:r>
            <a:r>
              <a:rPr lang="en-AU" dirty="0" err="1" smtClean="0"/>
              <a:t>ubah</a:t>
            </a:r>
            <a:r>
              <a:rPr lang="en-AU" dirty="0" smtClean="0"/>
              <a:t> </a:t>
            </a:r>
            <a:r>
              <a:rPr lang="en-AU" dirty="0" err="1" smtClean="0"/>
              <a:t>params</a:t>
            </a:r>
            <a:r>
              <a:rPr lang="en-AU" dirty="0" smtClean="0"/>
              <a:t> </a:t>
            </a:r>
            <a:r>
              <a:rPr lang="en-AU" dirty="0" err="1" smtClean="0"/>
              <a:t>dengan</a:t>
            </a:r>
            <a:r>
              <a:rPr lang="en-AU" dirty="0" smtClean="0"/>
              <a:t> [50 90 100 100]</a:t>
            </a:r>
            <a:endParaRPr lang="en-AU" dirty="0"/>
          </a:p>
        </p:txBody>
      </p:sp>
    </p:spTree>
    <p:extLst>
      <p:ext uri="{BB962C8B-B14F-4D97-AF65-F5344CB8AC3E}">
        <p14:creationId xmlns:p14="http://schemas.microsoft.com/office/powerpoint/2010/main" val="3221983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820891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22493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8280920"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12905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err="1" smtClean="0"/>
              <a:t>Pada</a:t>
            </a:r>
            <a:r>
              <a:rPr lang="en-AU" dirty="0" smtClean="0"/>
              <a:t> FIS Editor , double click </a:t>
            </a:r>
            <a:r>
              <a:rPr lang="en-AU" dirty="0" err="1" smtClean="0"/>
              <a:t>kotak</a:t>
            </a:r>
            <a:r>
              <a:rPr lang="en-AU" dirty="0" smtClean="0"/>
              <a:t> Kasus1 (</a:t>
            </a:r>
            <a:r>
              <a:rPr lang="en-AU" dirty="0" err="1" smtClean="0"/>
              <a:t>mamdani</a:t>
            </a:r>
            <a:r>
              <a:rPr lang="en-AU" dirty="0" smtClean="0"/>
              <a:t>), </a:t>
            </a:r>
            <a:r>
              <a:rPr lang="en-AU" dirty="0" err="1" smtClean="0"/>
              <a:t>atau</a:t>
            </a:r>
            <a:r>
              <a:rPr lang="en-AU" dirty="0" smtClean="0"/>
              <a:t> </a:t>
            </a:r>
            <a:r>
              <a:rPr lang="en-AU" dirty="0" err="1" smtClean="0"/>
              <a:t>pilih</a:t>
            </a:r>
            <a:r>
              <a:rPr lang="en-AU" dirty="0" smtClean="0"/>
              <a:t> menu Edit - Rules</a:t>
            </a:r>
          </a:p>
          <a:p>
            <a:r>
              <a:rPr lang="en-AU" dirty="0" err="1" smtClean="0"/>
              <a:t>Pada</a:t>
            </a:r>
            <a:r>
              <a:rPr lang="en-AU" dirty="0" smtClean="0"/>
              <a:t> Rule Editor , </a:t>
            </a:r>
            <a:r>
              <a:rPr lang="en-AU" dirty="0" err="1" smtClean="0"/>
              <a:t>buat</a:t>
            </a:r>
            <a:r>
              <a:rPr lang="en-AU" dirty="0" smtClean="0"/>
              <a:t> </a:t>
            </a:r>
            <a:r>
              <a:rPr lang="en-AU" dirty="0" err="1" smtClean="0"/>
              <a:t>aturan</a:t>
            </a:r>
            <a:r>
              <a:rPr lang="en-AU" dirty="0" smtClean="0"/>
              <a:t> </a:t>
            </a:r>
            <a:r>
              <a:rPr lang="en-AU" dirty="0" err="1" smtClean="0"/>
              <a:t>logika</a:t>
            </a:r>
            <a:r>
              <a:rPr lang="en-AU" dirty="0" smtClean="0"/>
              <a:t>:</a:t>
            </a:r>
          </a:p>
          <a:p>
            <a:pPr lvl="1"/>
            <a:r>
              <a:rPr lang="en-AU" dirty="0" smtClean="0"/>
              <a:t>Click RENDAH , NAIK, </a:t>
            </a:r>
            <a:r>
              <a:rPr lang="en-AU" dirty="0" err="1" smtClean="0"/>
              <a:t>dan</a:t>
            </a:r>
            <a:r>
              <a:rPr lang="en-AU" dirty="0" smtClean="0"/>
              <a:t> BERTAMBAH, </a:t>
            </a:r>
            <a:r>
              <a:rPr lang="en-AU" dirty="0" err="1" smtClean="0"/>
              <a:t>kemudian</a:t>
            </a:r>
            <a:r>
              <a:rPr lang="en-AU" dirty="0" smtClean="0"/>
              <a:t> </a:t>
            </a:r>
            <a:r>
              <a:rPr lang="en-AU" dirty="0" err="1" smtClean="0"/>
              <a:t>tekan</a:t>
            </a:r>
            <a:r>
              <a:rPr lang="en-AU" dirty="0" smtClean="0"/>
              <a:t> </a:t>
            </a:r>
            <a:r>
              <a:rPr lang="en-AU" dirty="0" err="1" smtClean="0"/>
              <a:t>tombol</a:t>
            </a:r>
            <a:r>
              <a:rPr lang="en-AU" dirty="0" smtClean="0"/>
              <a:t> Add rule.</a:t>
            </a:r>
          </a:p>
          <a:p>
            <a:pPr lvl="1"/>
            <a:r>
              <a:rPr lang="en-AU" dirty="0" smtClean="0"/>
              <a:t>Click STANDAR , none, </a:t>
            </a:r>
            <a:r>
              <a:rPr lang="en-AU" dirty="0" err="1" smtClean="0"/>
              <a:t>dan</a:t>
            </a:r>
            <a:r>
              <a:rPr lang="en-AU" dirty="0" smtClean="0"/>
              <a:t> NORMAL, </a:t>
            </a:r>
            <a:r>
              <a:rPr lang="en-AU" dirty="0" err="1" smtClean="0"/>
              <a:t>kemudian</a:t>
            </a:r>
            <a:r>
              <a:rPr lang="en-AU" dirty="0" smtClean="0"/>
              <a:t> </a:t>
            </a:r>
            <a:r>
              <a:rPr lang="en-AU" dirty="0" err="1" smtClean="0"/>
              <a:t>tekan</a:t>
            </a:r>
            <a:r>
              <a:rPr lang="en-AU" dirty="0" smtClean="0"/>
              <a:t> </a:t>
            </a:r>
            <a:r>
              <a:rPr lang="en-AU" dirty="0" err="1" smtClean="0"/>
              <a:t>tombol</a:t>
            </a:r>
            <a:r>
              <a:rPr lang="en-AU" dirty="0" smtClean="0"/>
              <a:t> Add rule.</a:t>
            </a:r>
          </a:p>
          <a:p>
            <a:pPr lvl="1"/>
            <a:r>
              <a:rPr lang="en-AU" dirty="0" smtClean="0"/>
              <a:t>Click TINGGI , TURUN, </a:t>
            </a:r>
            <a:r>
              <a:rPr lang="en-AU" dirty="0" err="1" smtClean="0"/>
              <a:t>dan</a:t>
            </a:r>
            <a:r>
              <a:rPr lang="en-AU" dirty="0" smtClean="0"/>
              <a:t> BERKURANG, </a:t>
            </a:r>
            <a:r>
              <a:rPr lang="en-AU" dirty="0" err="1" smtClean="0"/>
              <a:t>kemudian</a:t>
            </a:r>
            <a:r>
              <a:rPr lang="en-AU" dirty="0" smtClean="0"/>
              <a:t> </a:t>
            </a:r>
            <a:r>
              <a:rPr lang="en-AU" dirty="0" err="1" smtClean="0"/>
              <a:t>tekan</a:t>
            </a:r>
            <a:r>
              <a:rPr lang="en-AU" dirty="0" smtClean="0"/>
              <a:t> </a:t>
            </a:r>
            <a:r>
              <a:rPr lang="en-AU" dirty="0" err="1" smtClean="0"/>
              <a:t>tombol</a:t>
            </a:r>
            <a:r>
              <a:rPr lang="en-AU" dirty="0" smtClean="0"/>
              <a:t> Add rule.</a:t>
            </a:r>
            <a:endParaRPr lang="en-AU" dirty="0"/>
          </a:p>
        </p:txBody>
      </p:sp>
    </p:spTree>
    <p:extLst>
      <p:ext uri="{BB962C8B-B14F-4D97-AF65-F5344CB8AC3E}">
        <p14:creationId xmlns:p14="http://schemas.microsoft.com/office/powerpoint/2010/main" val="17063901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8280920"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63789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a:bodyPr>
          <a:lstStyle/>
          <a:p>
            <a:r>
              <a:rPr lang="en-AU" dirty="0" err="1" smtClean="0"/>
              <a:t>Hasilnya</a:t>
            </a:r>
            <a:r>
              <a:rPr lang="en-AU" dirty="0" smtClean="0"/>
              <a:t> </a:t>
            </a:r>
            <a:r>
              <a:rPr lang="en-AU" dirty="0" err="1" smtClean="0"/>
              <a:t>dilihat</a:t>
            </a:r>
            <a:r>
              <a:rPr lang="en-AU" dirty="0" smtClean="0"/>
              <a:t> </a:t>
            </a:r>
            <a:r>
              <a:rPr lang="en-AU" dirty="0" err="1" smtClean="0"/>
              <a:t>pada</a:t>
            </a:r>
            <a:r>
              <a:rPr lang="en-AU" dirty="0" smtClean="0"/>
              <a:t> menu View – View rules</a:t>
            </a:r>
          </a:p>
          <a:p>
            <a:r>
              <a:rPr lang="en-AU" dirty="0" err="1" smtClean="0"/>
              <a:t>Untuk</a:t>
            </a:r>
            <a:r>
              <a:rPr lang="en-AU" dirty="0" smtClean="0"/>
              <a:t> </a:t>
            </a:r>
            <a:r>
              <a:rPr lang="en-AU" dirty="0" err="1" smtClean="0"/>
              <a:t>mengubah</a:t>
            </a:r>
            <a:r>
              <a:rPr lang="en-AU" dirty="0" smtClean="0"/>
              <a:t> parameter input </a:t>
            </a:r>
            <a:r>
              <a:rPr lang="en-AU" dirty="0" err="1" smtClean="0"/>
              <a:t>bisa</a:t>
            </a:r>
            <a:r>
              <a:rPr lang="en-AU" dirty="0" smtClean="0"/>
              <a:t> </a:t>
            </a:r>
            <a:r>
              <a:rPr lang="en-AU" dirty="0" err="1" smtClean="0"/>
              <a:t>melalui</a:t>
            </a:r>
            <a:r>
              <a:rPr lang="en-AU" dirty="0" smtClean="0"/>
              <a:t> </a:t>
            </a:r>
            <a:r>
              <a:rPr lang="en-AU" dirty="0" err="1" smtClean="0"/>
              <a:t>kolom</a:t>
            </a:r>
            <a:r>
              <a:rPr lang="en-AU" dirty="0" smtClean="0"/>
              <a:t> input </a:t>
            </a:r>
            <a:r>
              <a:rPr lang="en-AU" dirty="0" err="1" smtClean="0"/>
              <a:t>dengan</a:t>
            </a:r>
            <a:r>
              <a:rPr lang="en-AU" dirty="0" smtClean="0"/>
              <a:t> </a:t>
            </a:r>
            <a:r>
              <a:rPr lang="en-AU" dirty="0" err="1" smtClean="0"/>
              <a:t>mengisikan</a:t>
            </a:r>
            <a:r>
              <a:rPr lang="en-AU" dirty="0" smtClean="0"/>
              <a:t> </a:t>
            </a:r>
            <a:r>
              <a:rPr lang="en-AU" dirty="0" err="1" smtClean="0"/>
              <a:t>pada</a:t>
            </a:r>
            <a:r>
              <a:rPr lang="en-AU" dirty="0" smtClean="0"/>
              <a:t> range input [800 25], </a:t>
            </a:r>
            <a:r>
              <a:rPr lang="en-AU" dirty="0" err="1" smtClean="0"/>
              <a:t>atau</a:t>
            </a:r>
            <a:r>
              <a:rPr lang="en-AU" dirty="0" smtClean="0"/>
              <a:t> </a:t>
            </a:r>
            <a:r>
              <a:rPr lang="en-AU" dirty="0" err="1" smtClean="0"/>
              <a:t>menggeser</a:t>
            </a:r>
            <a:r>
              <a:rPr lang="en-AU" dirty="0" smtClean="0"/>
              <a:t> </a:t>
            </a:r>
            <a:r>
              <a:rPr lang="en-AU" dirty="0" err="1" smtClean="0"/>
              <a:t>garis</a:t>
            </a:r>
            <a:r>
              <a:rPr lang="en-AU" dirty="0" smtClean="0"/>
              <a:t> </a:t>
            </a:r>
            <a:r>
              <a:rPr lang="en-AU" dirty="0" err="1" smtClean="0"/>
              <a:t>pada</a:t>
            </a:r>
            <a:r>
              <a:rPr lang="en-AU" dirty="0" smtClean="0"/>
              <a:t> </a:t>
            </a:r>
            <a:r>
              <a:rPr lang="en-AU" dirty="0" err="1" smtClean="0"/>
              <a:t>gambar</a:t>
            </a:r>
            <a:r>
              <a:rPr lang="en-AU" dirty="0" smtClean="0"/>
              <a:t> input </a:t>
            </a:r>
            <a:r>
              <a:rPr lang="en-AU" dirty="0" err="1" smtClean="0"/>
              <a:t>hingga</a:t>
            </a:r>
            <a:r>
              <a:rPr lang="en-AU" dirty="0" smtClean="0"/>
              <a:t> </a:t>
            </a:r>
            <a:r>
              <a:rPr lang="en-AU" dirty="0" err="1" smtClean="0"/>
              <a:t>pada</a:t>
            </a:r>
            <a:r>
              <a:rPr lang="en-AU" dirty="0" smtClean="0"/>
              <a:t> </a:t>
            </a:r>
            <a:r>
              <a:rPr lang="en-AU" dirty="0" err="1" smtClean="0"/>
              <a:t>nilai</a:t>
            </a:r>
            <a:r>
              <a:rPr lang="en-AU" dirty="0" smtClean="0"/>
              <a:t> yang </a:t>
            </a:r>
            <a:r>
              <a:rPr lang="en-AU" dirty="0" err="1" smtClean="0"/>
              <a:t>diinginkan</a:t>
            </a:r>
            <a:r>
              <a:rPr lang="en-AU" dirty="0" smtClean="0"/>
              <a:t>.</a:t>
            </a:r>
          </a:p>
          <a:p>
            <a:r>
              <a:rPr lang="en-AU" dirty="0" err="1" smtClean="0"/>
              <a:t>Hubungan</a:t>
            </a:r>
            <a:r>
              <a:rPr lang="en-AU" dirty="0" smtClean="0"/>
              <a:t> </a:t>
            </a:r>
            <a:r>
              <a:rPr lang="en-AU" dirty="0" err="1" smtClean="0"/>
              <a:t>ketiga</a:t>
            </a:r>
            <a:r>
              <a:rPr lang="en-AU" dirty="0" smtClean="0"/>
              <a:t> </a:t>
            </a:r>
            <a:r>
              <a:rPr lang="en-AU" dirty="0" err="1" smtClean="0"/>
              <a:t>variabel</a:t>
            </a:r>
            <a:r>
              <a:rPr lang="en-AU" dirty="0" smtClean="0"/>
              <a:t> </a:t>
            </a:r>
            <a:r>
              <a:rPr lang="en-AU" dirty="0" err="1" smtClean="0"/>
              <a:t>untuk</a:t>
            </a:r>
            <a:r>
              <a:rPr lang="en-AU" dirty="0" smtClean="0"/>
              <a:t> </a:t>
            </a:r>
            <a:r>
              <a:rPr lang="en-AU" dirty="0" err="1" smtClean="0"/>
              <a:t>setiap</a:t>
            </a:r>
            <a:r>
              <a:rPr lang="en-AU" dirty="0" smtClean="0"/>
              <a:t> </a:t>
            </a:r>
            <a:r>
              <a:rPr lang="en-AU" dirty="0" err="1" smtClean="0"/>
              <a:t>nilai</a:t>
            </a:r>
            <a:r>
              <a:rPr lang="en-AU" dirty="0" smtClean="0"/>
              <a:t> </a:t>
            </a:r>
            <a:r>
              <a:rPr lang="en-AU" dirty="0" err="1" smtClean="0"/>
              <a:t>dapat</a:t>
            </a:r>
            <a:r>
              <a:rPr lang="en-AU" dirty="0" smtClean="0"/>
              <a:t> </a:t>
            </a:r>
            <a:r>
              <a:rPr lang="en-AU" dirty="0" err="1" smtClean="0"/>
              <a:t>dilihat</a:t>
            </a:r>
            <a:r>
              <a:rPr lang="en-AU" dirty="0" smtClean="0"/>
              <a:t> </a:t>
            </a:r>
            <a:r>
              <a:rPr lang="en-AU" dirty="0" err="1" smtClean="0"/>
              <a:t>dari</a:t>
            </a:r>
            <a:r>
              <a:rPr lang="en-AU" dirty="0" smtClean="0"/>
              <a:t> menu View – view surface </a:t>
            </a:r>
            <a:r>
              <a:rPr lang="en-AU" dirty="0" err="1" smtClean="0"/>
              <a:t>dalam</a:t>
            </a:r>
            <a:r>
              <a:rPr lang="en-AU" dirty="0" smtClean="0"/>
              <a:t> </a:t>
            </a:r>
            <a:r>
              <a:rPr lang="en-AU" dirty="0" err="1" smtClean="0"/>
              <a:t>bentuk</a:t>
            </a:r>
            <a:r>
              <a:rPr lang="en-AU" dirty="0" smtClean="0"/>
              <a:t> surface yang </a:t>
            </a:r>
            <a:r>
              <a:rPr lang="en-AU" dirty="0" err="1" smtClean="0"/>
              <a:t>dapat</a:t>
            </a:r>
            <a:r>
              <a:rPr lang="en-AU" dirty="0" smtClean="0"/>
              <a:t> </a:t>
            </a:r>
            <a:r>
              <a:rPr lang="en-AU" dirty="0" err="1" smtClean="0"/>
              <a:t>diputar</a:t>
            </a:r>
            <a:r>
              <a:rPr lang="en-AU" dirty="0" smtClean="0"/>
              <a:t> </a:t>
            </a:r>
            <a:r>
              <a:rPr lang="en-AU" dirty="0" err="1" smtClean="0"/>
              <a:t>untuk</a:t>
            </a:r>
            <a:r>
              <a:rPr lang="en-AU" dirty="0" smtClean="0"/>
              <a:t> </a:t>
            </a:r>
            <a:r>
              <a:rPr lang="en-AU" dirty="0" err="1" smtClean="0"/>
              <a:t>merubah</a:t>
            </a:r>
            <a:r>
              <a:rPr lang="en-AU" dirty="0" smtClean="0"/>
              <a:t> </a:t>
            </a:r>
            <a:r>
              <a:rPr lang="en-AU" dirty="0" err="1" smtClean="0"/>
              <a:t>sudut</a:t>
            </a:r>
            <a:r>
              <a:rPr lang="en-AU" dirty="0" smtClean="0"/>
              <a:t> </a:t>
            </a:r>
            <a:r>
              <a:rPr lang="en-AU" dirty="0" err="1" smtClean="0"/>
              <a:t>pandang</a:t>
            </a:r>
            <a:r>
              <a:rPr lang="en-AU" dirty="0" smtClean="0"/>
              <a:t> .</a:t>
            </a:r>
            <a:endParaRPr lang="en-AU" dirty="0"/>
          </a:p>
        </p:txBody>
      </p:sp>
    </p:spTree>
    <p:extLst>
      <p:ext uri="{BB962C8B-B14F-4D97-AF65-F5344CB8AC3E}">
        <p14:creationId xmlns:p14="http://schemas.microsoft.com/office/powerpoint/2010/main" val="36469452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352928"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28385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280920"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69151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229600" cy="764704"/>
          </a:xfrm>
        </p:spPr>
        <p:txBody>
          <a:bodyPr/>
          <a:lstStyle/>
          <a:p>
            <a:r>
              <a:rPr lang="en-AU" dirty="0" err="1" smtClean="0"/>
              <a:t>Tugas</a:t>
            </a:r>
            <a:endParaRPr lang="id-ID" dirty="0"/>
          </a:p>
        </p:txBody>
      </p:sp>
      <p:sp>
        <p:nvSpPr>
          <p:cNvPr id="3" name="Content Placeholder 2"/>
          <p:cNvSpPr>
            <a:spLocks noGrp="1"/>
          </p:cNvSpPr>
          <p:nvPr>
            <p:ph idx="1"/>
          </p:nvPr>
        </p:nvSpPr>
        <p:spPr>
          <a:xfrm>
            <a:off x="323528" y="764704"/>
            <a:ext cx="8496944" cy="5904656"/>
          </a:xfrm>
        </p:spPr>
        <p:txBody>
          <a:bodyPr>
            <a:normAutofit/>
          </a:bodyPr>
          <a:lstStyle/>
          <a:p>
            <a:pPr marL="0" indent="0">
              <a:buNone/>
            </a:pPr>
            <a:r>
              <a:rPr lang="id-ID" sz="2000" dirty="0" smtClean="0"/>
              <a:t>Suatu </a:t>
            </a:r>
            <a:r>
              <a:rPr lang="id-ID" sz="2000" dirty="0" smtClean="0"/>
              <a:t>perusahaan kerupuk udang setiap harinya rata-rata menerima permintaan sekitar 54.000 pak dan dalam 4 bulan terakhir permintaan tertinggi sebesar 65.000 kaleng.  Kerupuk udang yang masih tersedia di gudang setiap harinya rata-rata 8000 pak, sedangkan kapasitas gudang maksimum hanya dapat menampung 14.000 pak.  Sampai saat ini, perusahaan baru mampu memproduksi barang maksimum 110.000 kemasan per hari dan minimum 50.000 kemasan per hari.  Apabila sistem produksinya menggunakan aturan fuzzy sbb </a:t>
            </a:r>
            <a:r>
              <a:rPr lang="id-ID" sz="2000" dirty="0" smtClean="0"/>
              <a:t>:</a:t>
            </a:r>
            <a:endParaRPr lang="en-AU" sz="2000" dirty="0" smtClean="0"/>
          </a:p>
          <a:p>
            <a:pPr>
              <a:buFont typeface="Courier New" pitchFamily="49" charset="0"/>
              <a:buChar char="o"/>
            </a:pPr>
            <a:r>
              <a:rPr lang="id-ID" sz="1800" dirty="0" smtClean="0"/>
              <a:t>R1] If permintaan turun and persediaan banyak then produksi barang berkurang.</a:t>
            </a:r>
          </a:p>
          <a:p>
            <a:pPr>
              <a:buFont typeface="Courier New" pitchFamily="49" charset="0"/>
              <a:buChar char="o"/>
            </a:pPr>
            <a:r>
              <a:rPr lang="id-ID" sz="1800" dirty="0" smtClean="0"/>
              <a:t>[R2] If permintaan naik and persediaan sedikit then produksi barang bertambah.</a:t>
            </a:r>
          </a:p>
          <a:p>
            <a:pPr>
              <a:buFont typeface="Courier New" pitchFamily="49" charset="0"/>
              <a:buChar char="o"/>
            </a:pPr>
            <a:r>
              <a:rPr lang="id-ID" sz="1800" dirty="0" smtClean="0"/>
              <a:t>[R3] If permintaan naik and persediaan banyak then produksi barang bertambah.</a:t>
            </a:r>
          </a:p>
          <a:p>
            <a:pPr>
              <a:buFont typeface="Courier New" pitchFamily="49" charset="0"/>
              <a:buChar char="o"/>
            </a:pPr>
            <a:r>
              <a:rPr lang="id-ID" sz="1800" dirty="0" smtClean="0"/>
              <a:t>[R4] If permintaan turun and persediaan sedikit then produksi barang berkurang.</a:t>
            </a:r>
          </a:p>
          <a:p>
            <a:pPr marL="0" indent="0">
              <a:buNone/>
            </a:pPr>
            <a:r>
              <a:rPr lang="id-ID" sz="2000" dirty="0" smtClean="0"/>
              <a:t>Tentukanlah jumlah kerupuk udang yang harus diproduksi hari ini, jika ada permintaan sebanyak 63.000 pak, dan persediaan yang masih ada di gudang sebanyak 7500 pak.</a:t>
            </a:r>
          </a:p>
          <a:p>
            <a:pPr marL="0" indent="0">
              <a:buNone/>
            </a:pPr>
            <a:endParaRPr lang="id-ID" sz="2000" dirty="0"/>
          </a:p>
        </p:txBody>
      </p:sp>
    </p:spTree>
    <p:extLst>
      <p:ext uri="{BB962C8B-B14F-4D97-AF65-F5344CB8AC3E}">
        <p14:creationId xmlns:p14="http://schemas.microsoft.com/office/powerpoint/2010/main" val="34119769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1107</TotalTime>
  <Words>776</Words>
  <Application>Microsoft Office PowerPoint</Application>
  <PresentationFormat>On-screen Show (4:3)</PresentationFormat>
  <Paragraphs>53</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SISTEM INFERENSI FUZZY PRAKTIKUM</vt:lpstr>
      <vt:lpstr>Studi Metode Mamdani</vt:lpstr>
      <vt:lpstr>SOLUSI MENGGUNAKAN MATLAB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Tugas</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 FIS (Fuzzy Inference System) SISTEM INFERENSI FUZZY PRAKTIKUM</dc:title>
  <dc:creator>hicare</dc:creator>
  <cp:lastModifiedBy>hicare</cp:lastModifiedBy>
  <cp:revision>18</cp:revision>
  <dcterms:created xsi:type="dcterms:W3CDTF">2015-07-24T07:17:10Z</dcterms:created>
  <dcterms:modified xsi:type="dcterms:W3CDTF">2015-07-25T01:44:25Z</dcterms:modified>
</cp:coreProperties>
</file>